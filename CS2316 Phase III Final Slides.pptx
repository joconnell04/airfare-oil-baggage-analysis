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3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embeddedFontLst>
    <p:embeddedFont>
      <p:font typeface="Albert Sans" pitchFamily="2" charset="77"/>
      <p:regular r:id=""/>
      <p:bold r:id=""/>
      <p:italic r:id=""/>
      <p:boldItalic r:id=""/>
    </p:embeddedFont>
    <p:embeddedFont>
      <p:font typeface="Georama" panose="020B0000030200020004" pitchFamily="34" charset="77"/>
      <p:regular r:id=""/>
      <p:bold r:id=""/>
      <p:italic r:id=""/>
      <p:boldItalic r:id=""/>
    </p:embeddedFont>
    <p:embeddedFont>
      <p:font typeface="Hanken Grotesk" pitchFamily="2" charset="77"/>
      <p:regular r:id=""/>
      <p:bold r:id=""/>
      <p:italic r:id=""/>
      <p:boldItalic r:id=""/>
    </p:embeddedFont>
    <p:embeddedFont>
      <p:font typeface="Hanken Grotesk Light" pitchFamily="2" charset="77"/>
      <p:regular r:id=""/>
      <p:bold r:id=""/>
      <p:italic r:id=""/>
      <p:boldItalic r:id=""/>
    </p:embeddedFont>
    <p:embeddedFont>
      <p:font typeface="Hanken Grotesk Medium" pitchFamily="2" charset="77"/>
      <p:regular r:id=""/>
      <p:bold r:id=""/>
      <p:italic r:id=""/>
      <p:boldItalic r:id=""/>
    </p:embeddedFont>
    <p:embeddedFont>
      <p:font typeface="Hanken Grotesk SemiBold" pitchFamily="2" charset="77"/>
      <p:regular r:id=""/>
      <p:bold r:id=""/>
      <p:italic r:id=""/>
      <p:boldItalic r:id=""/>
    </p:embeddedFont>
    <p:embeddedFont>
      <p:font typeface="Neuton" pitchFamily="2" charset="0"/>
      <p:regular r:id=""/>
      <p:bold r:id=""/>
      <p:italic r:id=""/>
    </p:embeddedFont>
    <p:embeddedFont>
      <p:font typeface="Neuton Light" pitchFamily="2" charset="0"/>
      <p:regular r:id=""/>
      <p:bold r:id=""/>
      <p:italic r:id="rId29"/>
      <p:boldItalic r:id=""/>
    </p:embeddedFont>
    <p:embeddedFont>
      <p:font typeface="Roboto" panose="02000000000000000000" pitchFamily="2" charset="0"/>
      <p:regular r:id="rId30"/>
      <p:bold r:id="rId31"/>
      <p:italic r:id=""/>
      <p:boldItalic r:id="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6AB4876-992F-435B-8EAE-2619D5747178}">
  <a:tblStyle styleId="{56AB4876-992F-435B-8EAE-2619D574717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29"/>
  </p:normalViewPr>
  <p:slideViewPr>
    <p:cSldViewPr snapToGrid="0">
      <p:cViewPr varScale="1">
        <p:scale>
          <a:sx n="144" d="100"/>
          <a:sy n="144" d="100"/>
        </p:scale>
        <p:origin x="744" y="184"/>
      </p:cViewPr>
      <p:guideLst>
        <p:guide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a1c676ce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a1c676ce9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a96b3705fc_0_3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3a96b3705fc_0_3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a96b3705fc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3a96b3705fc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a96b3705fc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3a96b3705fc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a24162b59a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3a24162b59a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a96b3705fc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3a96b3705fc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a96b3705fc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3a96b3705fc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a96b3705fc_0_1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3a96b3705fc_0_1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a96b3705fc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3a96b3705fc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3a96b3705fc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3a96b3705fc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3a96b3705fc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3a96b3705fc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a96b3705fc_0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3a96b3705fc_0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3a96b3705fc_0_3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3a96b3705fc_0_3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3a96b3705fc_0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3a96b3705fc_0_4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3a96b3705fc_0_10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8" name="Google Shape;918;g3a96b3705fc_0_10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a96b3705fc_0_5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3a96b3705fc_0_5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3a96b3705fc_0_5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3a96b3705fc_0_5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3a96b3705fc_0_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3a96b3705fc_0_4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3a96b3705fc_0_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3a96b3705fc_0_3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3a96b3705fc_0_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g3a96b3705fc_0_5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3a96b3705fc_0_6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3a96b3705fc_0_6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3a96b3705fc_0_6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3a96b3705fc_0_6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3a96b3705fc_0_7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5" name="Google Shape;1075;g3a96b3705fc_0_7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a96b3705fc_0_6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3a96b3705fc_0_6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3a96b3705fc_0_6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2" name="Google Shape;1112;g3a96b3705fc_0_6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3a23f19f50c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3a23f19f50c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Background">
  <p:cSld name="CUSTOM"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1" name="Google Shape;11;p2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spcFirstLastPara="1" wrap="square" lIns="0" tIns="0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2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3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4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Alt 1">
  <p:cSld name="CUSTOM_7_1_1_1_1_1_1_1_1_1_1_1_1_1_1_1_1_1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4322100" y="47000"/>
            <a:ext cx="3958800" cy="45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2"/>
          </p:nvPr>
        </p:nvSpPr>
        <p:spPr>
          <a:xfrm>
            <a:off x="4322100" y="538525"/>
            <a:ext cx="3958800" cy="45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3"/>
          </p:nvPr>
        </p:nvSpPr>
        <p:spPr>
          <a:xfrm>
            <a:off x="4322100" y="1061300"/>
            <a:ext cx="3958800" cy="45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4"/>
          </p:nvPr>
        </p:nvSpPr>
        <p:spPr>
          <a:xfrm>
            <a:off x="4322100" y="1560213"/>
            <a:ext cx="3958800" cy="45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5"/>
          </p:nvPr>
        </p:nvSpPr>
        <p:spPr>
          <a:xfrm>
            <a:off x="4322100" y="2094363"/>
            <a:ext cx="3958800" cy="45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6"/>
          </p:nvPr>
        </p:nvSpPr>
        <p:spPr>
          <a:xfrm>
            <a:off x="4322100" y="2605313"/>
            <a:ext cx="3958800" cy="45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7"/>
          </p:nvPr>
        </p:nvSpPr>
        <p:spPr>
          <a:xfrm>
            <a:off x="4322100" y="3120113"/>
            <a:ext cx="3958800" cy="45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8"/>
          </p:nvPr>
        </p:nvSpPr>
        <p:spPr>
          <a:xfrm>
            <a:off x="4322100" y="3634825"/>
            <a:ext cx="3958800" cy="45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ubTitle" idx="9"/>
          </p:nvPr>
        </p:nvSpPr>
        <p:spPr>
          <a:xfrm>
            <a:off x="4322100" y="4152488"/>
            <a:ext cx="3958800" cy="45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13"/>
          </p:nvPr>
        </p:nvSpPr>
        <p:spPr>
          <a:xfrm>
            <a:off x="4322100" y="4667200"/>
            <a:ext cx="3958800" cy="45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4"/>
          </p:nvPr>
        </p:nvSpPr>
        <p:spPr>
          <a:xfrm>
            <a:off x="8440475" y="35300"/>
            <a:ext cx="703500" cy="452700"/>
          </a:xfrm>
          <a:prstGeom prst="rect">
            <a:avLst/>
          </a:prstGeom>
        </p:spPr>
        <p:txBody>
          <a:bodyPr spcFirstLastPara="1" wrap="square" lIns="0" tIns="0" rIns="7200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ubTitle" idx="15"/>
          </p:nvPr>
        </p:nvSpPr>
        <p:spPr>
          <a:xfrm>
            <a:off x="8440475" y="526825"/>
            <a:ext cx="703500" cy="452700"/>
          </a:xfrm>
          <a:prstGeom prst="rect">
            <a:avLst/>
          </a:prstGeom>
        </p:spPr>
        <p:txBody>
          <a:bodyPr spcFirstLastPara="1" wrap="square" lIns="0" tIns="0" rIns="7200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subTitle" idx="16"/>
          </p:nvPr>
        </p:nvSpPr>
        <p:spPr>
          <a:xfrm>
            <a:off x="8440475" y="1049600"/>
            <a:ext cx="703500" cy="452700"/>
          </a:xfrm>
          <a:prstGeom prst="rect">
            <a:avLst/>
          </a:prstGeom>
        </p:spPr>
        <p:txBody>
          <a:bodyPr spcFirstLastPara="1" wrap="square" lIns="0" tIns="0" rIns="7200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subTitle" idx="17"/>
          </p:nvPr>
        </p:nvSpPr>
        <p:spPr>
          <a:xfrm>
            <a:off x="8440475" y="1548513"/>
            <a:ext cx="703500" cy="452700"/>
          </a:xfrm>
          <a:prstGeom prst="rect">
            <a:avLst/>
          </a:prstGeom>
        </p:spPr>
        <p:txBody>
          <a:bodyPr spcFirstLastPara="1" wrap="square" lIns="0" tIns="0" rIns="7200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subTitle" idx="18"/>
          </p:nvPr>
        </p:nvSpPr>
        <p:spPr>
          <a:xfrm>
            <a:off x="8440475" y="2082663"/>
            <a:ext cx="703500" cy="452700"/>
          </a:xfrm>
          <a:prstGeom prst="rect">
            <a:avLst/>
          </a:prstGeom>
        </p:spPr>
        <p:txBody>
          <a:bodyPr spcFirstLastPara="1" wrap="square" lIns="0" tIns="0" rIns="7200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9"/>
          </p:nvPr>
        </p:nvSpPr>
        <p:spPr>
          <a:xfrm>
            <a:off x="8440475" y="2593613"/>
            <a:ext cx="703500" cy="452700"/>
          </a:xfrm>
          <a:prstGeom prst="rect">
            <a:avLst/>
          </a:prstGeom>
        </p:spPr>
        <p:txBody>
          <a:bodyPr spcFirstLastPara="1" wrap="square" lIns="0" tIns="0" rIns="7200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subTitle" idx="20"/>
          </p:nvPr>
        </p:nvSpPr>
        <p:spPr>
          <a:xfrm>
            <a:off x="8440475" y="3108413"/>
            <a:ext cx="703500" cy="452700"/>
          </a:xfrm>
          <a:prstGeom prst="rect">
            <a:avLst/>
          </a:prstGeom>
        </p:spPr>
        <p:txBody>
          <a:bodyPr spcFirstLastPara="1" wrap="square" lIns="0" tIns="0" rIns="7200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subTitle" idx="21"/>
          </p:nvPr>
        </p:nvSpPr>
        <p:spPr>
          <a:xfrm>
            <a:off x="8440475" y="3623125"/>
            <a:ext cx="703500" cy="452700"/>
          </a:xfrm>
          <a:prstGeom prst="rect">
            <a:avLst/>
          </a:prstGeom>
        </p:spPr>
        <p:txBody>
          <a:bodyPr spcFirstLastPara="1" wrap="square" lIns="0" tIns="0" rIns="7200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subTitle" idx="22"/>
          </p:nvPr>
        </p:nvSpPr>
        <p:spPr>
          <a:xfrm>
            <a:off x="8440475" y="4140788"/>
            <a:ext cx="703500" cy="452700"/>
          </a:xfrm>
          <a:prstGeom prst="rect">
            <a:avLst/>
          </a:prstGeom>
        </p:spPr>
        <p:txBody>
          <a:bodyPr spcFirstLastPara="1" wrap="square" lIns="0" tIns="0" rIns="7200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>
            <a:endParaRPr/>
          </a:p>
        </p:txBody>
      </p:sp>
      <p:sp>
        <p:nvSpPr>
          <p:cNvPr id="37" name="Google Shape;37;p3"/>
          <p:cNvSpPr txBox="1">
            <a:spLocks noGrp="1"/>
          </p:cNvSpPr>
          <p:nvPr>
            <p:ph type="subTitle" idx="23"/>
          </p:nvPr>
        </p:nvSpPr>
        <p:spPr>
          <a:xfrm>
            <a:off x="8440475" y="4655500"/>
            <a:ext cx="703500" cy="452700"/>
          </a:xfrm>
          <a:prstGeom prst="rect">
            <a:avLst/>
          </a:prstGeom>
        </p:spPr>
        <p:txBody>
          <a:bodyPr spcFirstLastPara="1" wrap="square" lIns="0" tIns="0" rIns="7200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title"/>
          </p:nvPr>
        </p:nvSpPr>
        <p:spPr>
          <a:xfrm>
            <a:off x="594025" y="184702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sz="1000" b="1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sz="1000" b="1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sz="1000" b="1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sz="1000" b="1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sz="1000" b="1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sz="1000" b="1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sz="1000" b="1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sz="1000" b="1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sz="1000" b="1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Folder Orange">
  <p:cSld name="CUSTOM_1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>
            <a:spLocks noGrp="1"/>
          </p:cNvSpPr>
          <p:nvPr>
            <p:ph type="subTitle" idx="1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ubTitle" idx="2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3" name="Google Shape;43;p4"/>
          <p:cNvSpPr txBox="1">
            <a:spLocks noGrp="1"/>
          </p:cNvSpPr>
          <p:nvPr>
            <p:ph type="subTitle" idx="3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subTitle" idx="4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399000" y="2328176"/>
            <a:ext cx="6881700" cy="781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title" idx="5"/>
          </p:nvPr>
        </p:nvSpPr>
        <p:spPr>
          <a:xfrm>
            <a:off x="1399000" y="3779000"/>
            <a:ext cx="6881700" cy="774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title" idx="6"/>
          </p:nvPr>
        </p:nvSpPr>
        <p:spPr>
          <a:xfrm>
            <a:off x="1399000" y="858998"/>
            <a:ext cx="6881700" cy="781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1399001" y="4559050"/>
            <a:ext cx="1440300" cy="2520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399026" y="3106187"/>
            <a:ext cx="1440300" cy="2520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399001" y="1640387"/>
            <a:ext cx="1440300" cy="2520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1" name="Google Shape;51;p4"/>
          <p:cNvSpPr txBox="1">
            <a:spLocks noGrp="1"/>
          </p:cNvSpPr>
          <p:nvPr>
            <p:ph type="title" idx="7"/>
          </p:nvPr>
        </p:nvSpPr>
        <p:spPr>
          <a:xfrm>
            <a:off x="1552450" y="3144818"/>
            <a:ext cx="1133400" cy="176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title" idx="8"/>
          </p:nvPr>
        </p:nvSpPr>
        <p:spPr>
          <a:xfrm>
            <a:off x="1552450" y="4601474"/>
            <a:ext cx="1133400" cy="176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 idx="9"/>
          </p:nvPr>
        </p:nvSpPr>
        <p:spPr>
          <a:xfrm>
            <a:off x="1552450" y="1678277"/>
            <a:ext cx="1133400" cy="176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54" name="Google Shape;54;p4"/>
          <p:cNvSpPr>
            <a:spLocks noGrp="1"/>
          </p:cNvSpPr>
          <p:nvPr>
            <p:ph type="pic" idx="13"/>
          </p:nvPr>
        </p:nvSpPr>
        <p:spPr>
          <a:xfrm>
            <a:off x="325850" y="928525"/>
            <a:ext cx="930900" cy="930900"/>
          </a:xfrm>
          <a:prstGeom prst="roundRect">
            <a:avLst>
              <a:gd name="adj" fmla="val 12343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5" name="Google Shape;55;p4"/>
          <p:cNvSpPr>
            <a:spLocks noGrp="1"/>
          </p:cNvSpPr>
          <p:nvPr>
            <p:ph type="pic" idx="14"/>
          </p:nvPr>
        </p:nvSpPr>
        <p:spPr>
          <a:xfrm>
            <a:off x="325850" y="2396325"/>
            <a:ext cx="930900" cy="930900"/>
          </a:xfrm>
          <a:prstGeom prst="roundRect">
            <a:avLst>
              <a:gd name="adj" fmla="val 12343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6" name="Google Shape;56;p4"/>
          <p:cNvSpPr>
            <a:spLocks noGrp="1"/>
          </p:cNvSpPr>
          <p:nvPr>
            <p:ph type="pic" idx="15"/>
          </p:nvPr>
        </p:nvSpPr>
        <p:spPr>
          <a:xfrm>
            <a:off x="325850" y="3849175"/>
            <a:ext cx="930900" cy="930900"/>
          </a:xfrm>
          <a:prstGeom prst="roundRect">
            <a:avLst>
              <a:gd name="adj" fmla="val 12343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7" name="Google Shape;57;p4"/>
          <p:cNvSpPr txBox="1">
            <a:spLocks noGrp="1"/>
          </p:cNvSpPr>
          <p:nvPr>
            <p:ph type="body" idx="16"/>
          </p:nvPr>
        </p:nvSpPr>
        <p:spPr>
          <a:xfrm>
            <a:off x="3060150" y="1598250"/>
            <a:ext cx="5311800" cy="403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p4"/>
          <p:cNvSpPr txBox="1">
            <a:spLocks noGrp="1"/>
          </p:cNvSpPr>
          <p:nvPr>
            <p:ph type="body" idx="17"/>
          </p:nvPr>
        </p:nvSpPr>
        <p:spPr>
          <a:xfrm>
            <a:off x="3060150" y="3108200"/>
            <a:ext cx="5311800" cy="403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4"/>
          <p:cNvSpPr txBox="1">
            <a:spLocks noGrp="1"/>
          </p:cNvSpPr>
          <p:nvPr>
            <p:ph type="body" idx="18"/>
          </p:nvPr>
        </p:nvSpPr>
        <p:spPr>
          <a:xfrm>
            <a:off x="3060150" y="4553025"/>
            <a:ext cx="5311800" cy="403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Folder Orange 2">
  <p:cSld name="CUSTOM_1_2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2" name="Google Shape;62;p5"/>
          <p:cNvSpPr txBox="1">
            <a:spLocks noGrp="1"/>
          </p:cNvSpPr>
          <p:nvPr>
            <p:ph type="subTitle" idx="1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ubTitle" idx="2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"/>
          <p:cNvSpPr txBox="1">
            <a:spLocks noGrp="1"/>
          </p:cNvSpPr>
          <p:nvPr>
            <p:ph type="subTitle" idx="3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subTitle" idx="4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"/>
          <p:cNvSpPr txBox="1">
            <a:spLocks noGrp="1"/>
          </p:cNvSpPr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"/>
          <p:cNvSpPr txBox="1">
            <a:spLocks noGrp="1"/>
          </p:cNvSpPr>
          <p:nvPr>
            <p:ph type="title" idx="5"/>
          </p:nvPr>
        </p:nvSpPr>
        <p:spPr>
          <a:xfrm>
            <a:off x="1279000" y="2812875"/>
            <a:ext cx="2242800" cy="365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5"/>
          <p:cNvSpPr txBox="1">
            <a:spLocks noGrp="1"/>
          </p:cNvSpPr>
          <p:nvPr>
            <p:ph type="title" idx="6"/>
          </p:nvPr>
        </p:nvSpPr>
        <p:spPr>
          <a:xfrm>
            <a:off x="1279000" y="3854630"/>
            <a:ext cx="2242800" cy="365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"/>
          <p:cNvSpPr txBox="1">
            <a:spLocks noGrp="1"/>
          </p:cNvSpPr>
          <p:nvPr>
            <p:ph type="title" idx="7"/>
          </p:nvPr>
        </p:nvSpPr>
        <p:spPr>
          <a:xfrm>
            <a:off x="4917850" y="1749478"/>
            <a:ext cx="2242800" cy="365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title" idx="8"/>
          </p:nvPr>
        </p:nvSpPr>
        <p:spPr>
          <a:xfrm>
            <a:off x="4917850" y="3854630"/>
            <a:ext cx="2242800" cy="365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title" idx="9"/>
          </p:nvPr>
        </p:nvSpPr>
        <p:spPr>
          <a:xfrm>
            <a:off x="4925175" y="2812875"/>
            <a:ext cx="2242800" cy="365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"/>
          <p:cNvSpPr>
            <a:spLocks noGrp="1"/>
          </p:cNvSpPr>
          <p:nvPr>
            <p:ph type="pic" idx="13"/>
          </p:nvPr>
        </p:nvSpPr>
        <p:spPr>
          <a:xfrm>
            <a:off x="402115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" name="Google Shape;73;p5"/>
          <p:cNvSpPr>
            <a:spLocks noGrp="1"/>
          </p:cNvSpPr>
          <p:nvPr>
            <p:ph type="pic" idx="14"/>
          </p:nvPr>
        </p:nvSpPr>
        <p:spPr>
          <a:xfrm>
            <a:off x="402115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4" name="Google Shape;74;p5"/>
          <p:cNvSpPr>
            <a:spLocks noGrp="1"/>
          </p:cNvSpPr>
          <p:nvPr>
            <p:ph type="pic" idx="15"/>
          </p:nvPr>
        </p:nvSpPr>
        <p:spPr>
          <a:xfrm>
            <a:off x="402115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5" name="Google Shape;75;p5"/>
          <p:cNvSpPr>
            <a:spLocks noGrp="1"/>
          </p:cNvSpPr>
          <p:nvPr>
            <p:ph type="pic" idx="16"/>
          </p:nvPr>
        </p:nvSpPr>
        <p:spPr>
          <a:xfrm>
            <a:off x="37730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6" name="Google Shape;76;p5"/>
          <p:cNvSpPr>
            <a:spLocks noGrp="1"/>
          </p:cNvSpPr>
          <p:nvPr>
            <p:ph type="pic" idx="17"/>
          </p:nvPr>
        </p:nvSpPr>
        <p:spPr>
          <a:xfrm>
            <a:off x="37730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" name="Google Shape;77;p5"/>
          <p:cNvSpPr>
            <a:spLocks noGrp="1"/>
          </p:cNvSpPr>
          <p:nvPr>
            <p:ph type="pic" idx="18"/>
          </p:nvPr>
        </p:nvSpPr>
        <p:spPr>
          <a:xfrm>
            <a:off x="37730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8" name="Google Shape;78;p5"/>
          <p:cNvSpPr txBox="1">
            <a:spLocks noGrp="1"/>
          </p:cNvSpPr>
          <p:nvPr>
            <p:ph type="title" idx="19"/>
          </p:nvPr>
        </p:nvSpPr>
        <p:spPr>
          <a:xfrm>
            <a:off x="1279000" y="1749478"/>
            <a:ext cx="2242800" cy="365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9" name="Google Shape;79;p5"/>
          <p:cNvSpPr txBox="1">
            <a:spLocks noGrp="1"/>
          </p:cNvSpPr>
          <p:nvPr>
            <p:ph type="body" idx="20"/>
          </p:nvPr>
        </p:nvSpPr>
        <p:spPr>
          <a:xfrm>
            <a:off x="1279000" y="2100550"/>
            <a:ext cx="2242800" cy="262500"/>
          </a:xfrm>
          <a:prstGeom prst="rect">
            <a:avLst/>
          </a:prstGeom>
        </p:spPr>
        <p:txBody>
          <a:bodyPr spcFirstLastPara="1" wrap="square" lIns="91425" tIns="36000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0" name="Google Shape;80;p5"/>
          <p:cNvSpPr txBox="1">
            <a:spLocks noGrp="1"/>
          </p:cNvSpPr>
          <p:nvPr>
            <p:ph type="body" idx="21"/>
          </p:nvPr>
        </p:nvSpPr>
        <p:spPr>
          <a:xfrm>
            <a:off x="1279000" y="4205800"/>
            <a:ext cx="2242800" cy="262500"/>
          </a:xfrm>
          <a:prstGeom prst="rect">
            <a:avLst/>
          </a:prstGeom>
        </p:spPr>
        <p:txBody>
          <a:bodyPr spcFirstLastPara="1" wrap="square" lIns="91425" tIns="36000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body" idx="22"/>
          </p:nvPr>
        </p:nvSpPr>
        <p:spPr>
          <a:xfrm>
            <a:off x="1279000" y="3164025"/>
            <a:ext cx="2242800" cy="262500"/>
          </a:xfrm>
          <a:prstGeom prst="rect">
            <a:avLst/>
          </a:prstGeom>
        </p:spPr>
        <p:txBody>
          <a:bodyPr spcFirstLastPara="1" wrap="square" lIns="91425" tIns="36000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body" idx="23"/>
          </p:nvPr>
        </p:nvSpPr>
        <p:spPr>
          <a:xfrm>
            <a:off x="4917850" y="2100550"/>
            <a:ext cx="2242800" cy="262500"/>
          </a:xfrm>
          <a:prstGeom prst="rect">
            <a:avLst/>
          </a:prstGeom>
        </p:spPr>
        <p:txBody>
          <a:bodyPr spcFirstLastPara="1" wrap="square" lIns="91425" tIns="36000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body" idx="24"/>
          </p:nvPr>
        </p:nvSpPr>
        <p:spPr>
          <a:xfrm>
            <a:off x="4917850" y="4205800"/>
            <a:ext cx="2242800" cy="262500"/>
          </a:xfrm>
          <a:prstGeom prst="rect">
            <a:avLst/>
          </a:prstGeom>
        </p:spPr>
        <p:txBody>
          <a:bodyPr spcFirstLastPara="1" wrap="square" lIns="91425" tIns="36000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body" idx="25"/>
          </p:nvPr>
        </p:nvSpPr>
        <p:spPr>
          <a:xfrm>
            <a:off x="4917850" y="3164025"/>
            <a:ext cx="2242800" cy="262500"/>
          </a:xfrm>
          <a:prstGeom prst="rect">
            <a:avLst/>
          </a:prstGeom>
        </p:spPr>
        <p:txBody>
          <a:bodyPr spcFirstLastPara="1" wrap="square" lIns="91425" tIns="36000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with Folder">
  <p:cSld name="BLANK_1_1_1_1">
    <p:bg>
      <p:bgPr>
        <a:solidFill>
          <a:schemeClr val="dk2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6"/>
          <p:cNvGrpSpPr/>
          <p:nvPr/>
        </p:nvGrpSpPr>
        <p:grpSpPr>
          <a:xfrm>
            <a:off x="228600" y="210088"/>
            <a:ext cx="8686800" cy="4676475"/>
            <a:chOff x="228600" y="210088"/>
            <a:chExt cx="8686800" cy="4676475"/>
          </a:xfrm>
        </p:grpSpPr>
        <p:sp>
          <p:nvSpPr>
            <p:cNvPr id="87" name="Google Shape;87;p6"/>
            <p:cNvSpPr/>
            <p:nvPr/>
          </p:nvSpPr>
          <p:spPr>
            <a:xfrm>
              <a:off x="228600" y="566563"/>
              <a:ext cx="8686800" cy="4320000"/>
            </a:xfrm>
            <a:prstGeom prst="roundRect">
              <a:avLst>
                <a:gd name="adj" fmla="val 5406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912237" y="210088"/>
              <a:ext cx="2245995" cy="360013"/>
            </a:xfrm>
            <a:custGeom>
              <a:avLst/>
              <a:gdLst/>
              <a:ahLst/>
              <a:cxnLst/>
              <a:rect l="l" t="t" r="r" b="b"/>
              <a:pathLst>
                <a:path w="285750" h="45745" extrusionOk="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89" name="Google Shape;89;p6"/>
          <p:cNvSpPr txBox="1">
            <a:spLocks noGrp="1"/>
          </p:cNvSpPr>
          <p:nvPr>
            <p:ph type="subTitle" idx="1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90" name="Google Shape;90;p6"/>
          <p:cNvSpPr txBox="1">
            <a:spLocks noGrp="1"/>
          </p:cNvSpPr>
          <p:nvPr>
            <p:ph type="body" idx="2"/>
          </p:nvPr>
        </p:nvSpPr>
        <p:spPr>
          <a:xfrm>
            <a:off x="593775" y="3900525"/>
            <a:ext cx="4346700" cy="7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 b="1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 b="1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 b="1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 b="1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 b="1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 b="1"/>
            </a:lvl9pPr>
          </a:lstStyle>
          <a:p>
            <a:endParaRPr/>
          </a:p>
        </p:txBody>
      </p:sp>
      <p:sp>
        <p:nvSpPr>
          <p:cNvPr id="91" name="Google Shape;91;p6"/>
          <p:cNvSpPr txBox="1">
            <a:spLocks noGrp="1"/>
          </p:cNvSpPr>
          <p:nvPr>
            <p:ph type="title"/>
          </p:nvPr>
        </p:nvSpPr>
        <p:spPr>
          <a:xfrm>
            <a:off x="593775" y="984700"/>
            <a:ext cx="7948200" cy="22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7_1_1_1_1_1_1_1_1_1_1_1_1_1_1_1_1_2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 txBox="1">
            <a:spLocks noGrp="1"/>
          </p:cNvSpPr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spcFirstLastPara="1" wrap="square" lIns="108000" tIns="0" rIns="10800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14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cxnSp>
        <p:nvCxnSpPr>
          <p:cNvPr id="94" name="Google Shape;94;p7"/>
          <p:cNvCxnSpPr/>
          <p:nvPr/>
        </p:nvCxnSpPr>
        <p:spPr>
          <a:xfrm rot="10800000">
            <a:off x="-2100" y="4759975"/>
            <a:ext cx="914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5" name="Google Shape;95;p7"/>
          <p:cNvSpPr txBox="1">
            <a:spLocks noGrp="1"/>
          </p:cNvSpPr>
          <p:nvPr>
            <p:ph type="subTitle" idx="1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96" name="Google Shape;96;p7"/>
          <p:cNvSpPr txBox="1">
            <a:spLocks noGrp="1"/>
          </p:cNvSpPr>
          <p:nvPr>
            <p:ph type="title" idx="2"/>
          </p:nvPr>
        </p:nvSpPr>
        <p:spPr>
          <a:xfrm>
            <a:off x="850" y="1078988"/>
            <a:ext cx="9144000" cy="3598800"/>
          </a:xfrm>
          <a:prstGeom prst="rect">
            <a:avLst/>
          </a:prstGeom>
        </p:spPr>
        <p:txBody>
          <a:bodyPr spcFirstLastPara="1" wrap="square" lIns="252000" tIns="0" rIns="252000" bIns="1080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97" name="Google Shape;97;p7"/>
          <p:cNvGrpSpPr/>
          <p:nvPr/>
        </p:nvGrpSpPr>
        <p:grpSpPr>
          <a:xfrm>
            <a:off x="1724267" y="547463"/>
            <a:ext cx="658200" cy="449397"/>
            <a:chOff x="2467317" y="547413"/>
            <a:chExt cx="658200" cy="449397"/>
          </a:xfrm>
        </p:grpSpPr>
        <p:sp>
          <p:nvSpPr>
            <p:cNvPr id="98" name="Google Shape;98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name="adj" fmla="val 5925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2507750" y="547413"/>
              <a:ext cx="269319" cy="43229"/>
            </a:xfrm>
            <a:custGeom>
              <a:avLst/>
              <a:gdLst/>
              <a:ahLst/>
              <a:cxnLst/>
              <a:rect l="l" t="t" r="r" b="b"/>
              <a:pathLst>
                <a:path w="285750" h="45745" extrusionOk="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0" name="Google Shape;100;p7"/>
          <p:cNvGrpSpPr/>
          <p:nvPr/>
        </p:nvGrpSpPr>
        <p:grpSpPr>
          <a:xfrm>
            <a:off x="981142" y="547476"/>
            <a:ext cx="658200" cy="449397"/>
            <a:chOff x="2467317" y="547413"/>
            <a:chExt cx="658200" cy="449397"/>
          </a:xfrm>
        </p:grpSpPr>
        <p:sp>
          <p:nvSpPr>
            <p:cNvPr id="101" name="Google Shape;101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name="adj" fmla="val 5925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2" name="Google Shape;102;p7"/>
            <p:cNvSpPr/>
            <p:nvPr/>
          </p:nvSpPr>
          <p:spPr>
            <a:xfrm>
              <a:off x="2507750" y="547413"/>
              <a:ext cx="269319" cy="43229"/>
            </a:xfrm>
            <a:custGeom>
              <a:avLst/>
              <a:gdLst/>
              <a:ahLst/>
              <a:cxnLst/>
              <a:rect l="l" t="t" r="r" b="b"/>
              <a:pathLst>
                <a:path w="285750" h="45745" extrusionOk="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3" name="Google Shape;103;p7"/>
          <p:cNvGrpSpPr/>
          <p:nvPr/>
        </p:nvGrpSpPr>
        <p:grpSpPr>
          <a:xfrm>
            <a:off x="2467317" y="547413"/>
            <a:ext cx="658200" cy="449397"/>
            <a:chOff x="2467317" y="547413"/>
            <a:chExt cx="658200" cy="449397"/>
          </a:xfrm>
        </p:grpSpPr>
        <p:sp>
          <p:nvSpPr>
            <p:cNvPr id="104" name="Google Shape;104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name="adj" fmla="val 5925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5" name="Google Shape;105;p7"/>
            <p:cNvSpPr/>
            <p:nvPr/>
          </p:nvSpPr>
          <p:spPr>
            <a:xfrm>
              <a:off x="2507750" y="547413"/>
              <a:ext cx="269319" cy="43229"/>
            </a:xfrm>
            <a:custGeom>
              <a:avLst/>
              <a:gdLst/>
              <a:ahLst/>
              <a:cxnLst/>
              <a:rect l="l" t="t" r="r" b="b"/>
              <a:pathLst>
                <a:path w="285750" h="45745" extrusionOk="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6" name="Google Shape;106;p7"/>
          <p:cNvGrpSpPr/>
          <p:nvPr/>
        </p:nvGrpSpPr>
        <p:grpSpPr>
          <a:xfrm>
            <a:off x="238017" y="549426"/>
            <a:ext cx="658200" cy="449397"/>
            <a:chOff x="2467317" y="547413"/>
            <a:chExt cx="658200" cy="449397"/>
          </a:xfrm>
        </p:grpSpPr>
        <p:sp>
          <p:nvSpPr>
            <p:cNvPr id="107" name="Google Shape;107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name="adj" fmla="val 59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8" name="Google Shape;108;p7"/>
            <p:cNvSpPr/>
            <p:nvPr/>
          </p:nvSpPr>
          <p:spPr>
            <a:xfrm>
              <a:off x="2507750" y="547413"/>
              <a:ext cx="269319" cy="43229"/>
            </a:xfrm>
            <a:custGeom>
              <a:avLst/>
              <a:gdLst/>
              <a:ahLst/>
              <a:cxnLst/>
              <a:rect l="l" t="t" r="r" b="b"/>
              <a:pathLst>
                <a:path w="285750" h="45745" extrusionOk="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Sections Grey">
  <p:cSld name="BLANK_1_1_1_1_1_1_1_1">
    <p:bg>
      <p:bgPr>
        <a:solidFill>
          <a:schemeClr val="dk2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 txBox="1">
            <a:spLocks noGrp="1"/>
          </p:cNvSpPr>
          <p:nvPr>
            <p:ph type="body" idx="1"/>
          </p:nvPr>
        </p:nvSpPr>
        <p:spPr>
          <a:xfrm>
            <a:off x="172350" y="1093875"/>
            <a:ext cx="4341600" cy="1299600"/>
          </a:xfrm>
          <a:prstGeom prst="rect">
            <a:avLst/>
          </a:prstGeom>
        </p:spPr>
        <p:txBody>
          <a:bodyPr spcFirstLastPara="1" wrap="square" lIns="180000" tIns="180000" rIns="180000" bIns="180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8"/>
          <p:cNvSpPr txBox="1">
            <a:spLocks noGrp="1"/>
          </p:cNvSpPr>
          <p:nvPr>
            <p:ph type="subTitle" idx="2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</p:spPr>
        <p:txBody>
          <a:bodyPr spcFirstLastPara="1" wrap="square" lIns="180000" tIns="0" rIns="18000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8"/>
          <p:cNvSpPr txBox="1">
            <a:spLocks noGrp="1"/>
          </p:cNvSpPr>
          <p:nvPr>
            <p:ph type="subTitle" idx="3"/>
          </p:nvPr>
        </p:nvSpPr>
        <p:spPr>
          <a:xfrm>
            <a:off x="357425" y="718250"/>
            <a:ext cx="2048400" cy="378000"/>
          </a:xfrm>
          <a:prstGeom prst="rect">
            <a:avLst/>
          </a:prstGeom>
        </p:spPr>
        <p:txBody>
          <a:bodyPr spcFirstLastPara="1" wrap="square" lIns="180000" tIns="0" rIns="18000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>
            <a:endParaRPr/>
          </a:p>
        </p:txBody>
      </p:sp>
      <p:sp>
        <p:nvSpPr>
          <p:cNvPr id="113" name="Google Shape;113;p8"/>
          <p:cNvSpPr txBox="1">
            <a:spLocks noGrp="1"/>
          </p:cNvSpPr>
          <p:nvPr>
            <p:ph type="body" idx="4"/>
          </p:nvPr>
        </p:nvSpPr>
        <p:spPr>
          <a:xfrm>
            <a:off x="172350" y="3362406"/>
            <a:ext cx="4341600" cy="1299600"/>
          </a:xfrm>
          <a:prstGeom prst="rect">
            <a:avLst/>
          </a:prstGeom>
        </p:spPr>
        <p:txBody>
          <a:bodyPr spcFirstLastPara="1" wrap="square" lIns="180000" tIns="180000" rIns="180000" bIns="180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>
            <a:endParaRPr/>
          </a:p>
        </p:txBody>
      </p:sp>
      <p:sp>
        <p:nvSpPr>
          <p:cNvPr id="114" name="Google Shape;114;p8"/>
          <p:cNvSpPr txBox="1">
            <a:spLocks noGrp="1"/>
          </p:cNvSpPr>
          <p:nvPr>
            <p:ph type="subTitle" idx="5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15" name="Google Shape;115;p8"/>
          <p:cNvSpPr txBox="1">
            <a:spLocks noGrp="1"/>
          </p:cNvSpPr>
          <p:nvPr>
            <p:ph type="subTitle" idx="6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</p:spPr>
        <p:txBody>
          <a:bodyPr spcFirstLastPara="1" wrap="square" lIns="180000" tIns="0" rIns="18000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>
            <a:endParaRPr/>
          </a:p>
        </p:txBody>
      </p:sp>
      <p:sp>
        <p:nvSpPr>
          <p:cNvPr id="116" name="Google Shape;116;p8"/>
          <p:cNvSpPr txBox="1">
            <a:spLocks noGrp="1"/>
          </p:cNvSpPr>
          <p:nvPr>
            <p:ph type="body" idx="7"/>
          </p:nvPr>
        </p:nvSpPr>
        <p:spPr>
          <a:xfrm>
            <a:off x="4629675" y="1092700"/>
            <a:ext cx="4341600" cy="1299600"/>
          </a:xfrm>
          <a:prstGeom prst="rect">
            <a:avLst/>
          </a:prstGeom>
        </p:spPr>
        <p:txBody>
          <a:bodyPr spcFirstLastPara="1" wrap="square" lIns="180000" tIns="180000" rIns="180000" bIns="180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>
            <a:endParaRPr/>
          </a:p>
        </p:txBody>
      </p:sp>
      <p:sp>
        <p:nvSpPr>
          <p:cNvPr id="117" name="Google Shape;117;p8"/>
          <p:cNvSpPr txBox="1">
            <a:spLocks noGrp="1"/>
          </p:cNvSpPr>
          <p:nvPr>
            <p:ph type="subTitle" idx="8"/>
          </p:nvPr>
        </p:nvSpPr>
        <p:spPr>
          <a:xfrm>
            <a:off x="4814750" y="3003375"/>
            <a:ext cx="2048400" cy="378000"/>
          </a:xfrm>
          <a:prstGeom prst="rect">
            <a:avLst/>
          </a:prstGeom>
        </p:spPr>
        <p:txBody>
          <a:bodyPr spcFirstLastPara="1" wrap="square" lIns="180000" tIns="0" rIns="18000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8"/>
          <p:cNvSpPr txBox="1">
            <a:spLocks noGrp="1"/>
          </p:cNvSpPr>
          <p:nvPr>
            <p:ph type="body" idx="9"/>
          </p:nvPr>
        </p:nvSpPr>
        <p:spPr>
          <a:xfrm>
            <a:off x="4629675" y="3379000"/>
            <a:ext cx="4341600" cy="1299600"/>
          </a:xfrm>
          <a:prstGeom prst="rect">
            <a:avLst/>
          </a:prstGeom>
        </p:spPr>
        <p:txBody>
          <a:bodyPr spcFirstLastPara="1" wrap="square" lIns="180000" tIns="180000" rIns="180000" bIns="180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Data folders">
  <p:cSld name="CUSTOM_7_1_1_1_1_1_1_1_1_1_1_1_1_1_1_1_1_3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"/>
          <p:cNvSpPr txBox="1">
            <a:spLocks noGrp="1"/>
          </p:cNvSpPr>
          <p:nvPr>
            <p:ph type="title"/>
          </p:nvPr>
        </p:nvSpPr>
        <p:spPr>
          <a:xfrm>
            <a:off x="193900" y="1429900"/>
            <a:ext cx="2156700" cy="267000"/>
          </a:xfrm>
          <a:prstGeom prst="rect">
            <a:avLst/>
          </a:prstGeom>
        </p:spPr>
        <p:txBody>
          <a:bodyPr spcFirstLastPara="1" wrap="square" lIns="108000" tIns="0" rIns="10800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>
            <a:endParaRPr/>
          </a:p>
        </p:txBody>
      </p:sp>
      <p:sp>
        <p:nvSpPr>
          <p:cNvPr id="121" name="Google Shape;121;p9"/>
          <p:cNvSpPr txBox="1">
            <a:spLocks noGrp="1"/>
          </p:cNvSpPr>
          <p:nvPr>
            <p:ph type="title" idx="2"/>
          </p:nvPr>
        </p:nvSpPr>
        <p:spPr>
          <a:xfrm>
            <a:off x="193900" y="1769325"/>
            <a:ext cx="2156700" cy="267000"/>
          </a:xfrm>
          <a:prstGeom prst="rect">
            <a:avLst/>
          </a:prstGeom>
        </p:spPr>
        <p:txBody>
          <a:bodyPr spcFirstLastPara="1" wrap="square" lIns="108000" tIns="0" rIns="108000" bIns="90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22" name="Google Shape;122;p9"/>
          <p:cNvSpPr txBox="1">
            <a:spLocks noGrp="1"/>
          </p:cNvSpPr>
          <p:nvPr>
            <p:ph type="title" idx="3"/>
          </p:nvPr>
        </p:nvSpPr>
        <p:spPr>
          <a:xfrm>
            <a:off x="2391238" y="1429900"/>
            <a:ext cx="2156700" cy="267000"/>
          </a:xfrm>
          <a:prstGeom prst="rect">
            <a:avLst/>
          </a:prstGeom>
        </p:spPr>
        <p:txBody>
          <a:bodyPr spcFirstLastPara="1" wrap="square" lIns="108000" tIns="0" rIns="10800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>
            <a:endParaRPr/>
          </a:p>
        </p:txBody>
      </p:sp>
      <p:sp>
        <p:nvSpPr>
          <p:cNvPr id="123" name="Google Shape;123;p9"/>
          <p:cNvSpPr txBox="1">
            <a:spLocks noGrp="1"/>
          </p:cNvSpPr>
          <p:nvPr>
            <p:ph type="title" idx="4"/>
          </p:nvPr>
        </p:nvSpPr>
        <p:spPr>
          <a:xfrm>
            <a:off x="2391238" y="1769325"/>
            <a:ext cx="2156700" cy="267000"/>
          </a:xfrm>
          <a:prstGeom prst="rect">
            <a:avLst/>
          </a:prstGeom>
        </p:spPr>
        <p:txBody>
          <a:bodyPr spcFirstLastPara="1" wrap="square" lIns="108000" tIns="0" rIns="108000" bIns="90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24" name="Google Shape;124;p9"/>
          <p:cNvSpPr txBox="1">
            <a:spLocks noGrp="1"/>
          </p:cNvSpPr>
          <p:nvPr>
            <p:ph type="title" idx="5"/>
          </p:nvPr>
        </p:nvSpPr>
        <p:spPr>
          <a:xfrm>
            <a:off x="4590375" y="1429900"/>
            <a:ext cx="2156700" cy="267000"/>
          </a:xfrm>
          <a:prstGeom prst="rect">
            <a:avLst/>
          </a:prstGeom>
        </p:spPr>
        <p:txBody>
          <a:bodyPr spcFirstLastPara="1" wrap="square" lIns="108000" tIns="0" rIns="10800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>
            <a:endParaRPr/>
          </a:p>
        </p:txBody>
      </p:sp>
      <p:sp>
        <p:nvSpPr>
          <p:cNvPr id="125" name="Google Shape;125;p9"/>
          <p:cNvSpPr txBox="1">
            <a:spLocks noGrp="1"/>
          </p:cNvSpPr>
          <p:nvPr>
            <p:ph type="title" idx="6"/>
          </p:nvPr>
        </p:nvSpPr>
        <p:spPr>
          <a:xfrm>
            <a:off x="4590375" y="1769325"/>
            <a:ext cx="2156700" cy="267000"/>
          </a:xfrm>
          <a:prstGeom prst="rect">
            <a:avLst/>
          </a:prstGeom>
        </p:spPr>
        <p:txBody>
          <a:bodyPr spcFirstLastPara="1" wrap="square" lIns="108000" tIns="0" rIns="108000" bIns="90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26" name="Google Shape;126;p9"/>
          <p:cNvSpPr txBox="1">
            <a:spLocks noGrp="1"/>
          </p:cNvSpPr>
          <p:nvPr>
            <p:ph type="title" idx="7"/>
          </p:nvPr>
        </p:nvSpPr>
        <p:spPr>
          <a:xfrm>
            <a:off x="6788925" y="1429900"/>
            <a:ext cx="2156700" cy="267000"/>
          </a:xfrm>
          <a:prstGeom prst="rect">
            <a:avLst/>
          </a:prstGeom>
        </p:spPr>
        <p:txBody>
          <a:bodyPr spcFirstLastPara="1" wrap="square" lIns="108000" tIns="0" rIns="10800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>
            <a:endParaRPr/>
          </a:p>
        </p:txBody>
      </p:sp>
      <p:sp>
        <p:nvSpPr>
          <p:cNvPr id="127" name="Google Shape;127;p9"/>
          <p:cNvSpPr txBox="1">
            <a:spLocks noGrp="1"/>
          </p:cNvSpPr>
          <p:nvPr>
            <p:ph type="title" idx="8"/>
          </p:nvPr>
        </p:nvSpPr>
        <p:spPr>
          <a:xfrm>
            <a:off x="6788925" y="1769325"/>
            <a:ext cx="2156700" cy="267000"/>
          </a:xfrm>
          <a:prstGeom prst="rect">
            <a:avLst/>
          </a:prstGeom>
        </p:spPr>
        <p:txBody>
          <a:bodyPr spcFirstLastPara="1" wrap="square" lIns="108000" tIns="0" rIns="108000" bIns="90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28" name="Google Shape;128;p9"/>
          <p:cNvSpPr txBox="1">
            <a:spLocks noGrp="1"/>
          </p:cNvSpPr>
          <p:nvPr>
            <p:ph type="subTitle" idx="1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29" name="Google Shape;129;p9"/>
          <p:cNvSpPr txBox="1">
            <a:spLocks noGrp="1"/>
          </p:cNvSpPr>
          <p:nvPr>
            <p:ph type="body" idx="9"/>
          </p:nvPr>
        </p:nvSpPr>
        <p:spPr>
          <a:xfrm>
            <a:off x="192900" y="2164400"/>
            <a:ext cx="2156700" cy="1830300"/>
          </a:xfrm>
          <a:prstGeom prst="rect">
            <a:avLst/>
          </a:prstGeom>
        </p:spPr>
        <p:txBody>
          <a:bodyPr spcFirstLastPara="1" wrap="square" lIns="108000" tIns="0" rIns="108000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9"/>
          <p:cNvSpPr txBox="1">
            <a:spLocks noGrp="1"/>
          </p:cNvSpPr>
          <p:nvPr>
            <p:ph type="body" idx="13"/>
          </p:nvPr>
        </p:nvSpPr>
        <p:spPr>
          <a:xfrm>
            <a:off x="2391200" y="2164400"/>
            <a:ext cx="2156700" cy="1830300"/>
          </a:xfrm>
          <a:prstGeom prst="rect">
            <a:avLst/>
          </a:prstGeom>
        </p:spPr>
        <p:txBody>
          <a:bodyPr spcFirstLastPara="1" wrap="square" lIns="108000" tIns="0" rIns="108000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31" name="Google Shape;131;p9"/>
          <p:cNvSpPr txBox="1">
            <a:spLocks noGrp="1"/>
          </p:cNvSpPr>
          <p:nvPr>
            <p:ph type="body" idx="14"/>
          </p:nvPr>
        </p:nvSpPr>
        <p:spPr>
          <a:xfrm>
            <a:off x="4590600" y="2164400"/>
            <a:ext cx="2156700" cy="1830300"/>
          </a:xfrm>
          <a:prstGeom prst="rect">
            <a:avLst/>
          </a:prstGeom>
        </p:spPr>
        <p:txBody>
          <a:bodyPr spcFirstLastPara="1" wrap="square" lIns="108000" tIns="0" rIns="108000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body" idx="15"/>
          </p:nvPr>
        </p:nvSpPr>
        <p:spPr>
          <a:xfrm>
            <a:off x="6788900" y="2164400"/>
            <a:ext cx="2156700" cy="1830300"/>
          </a:xfrm>
          <a:prstGeom prst="rect">
            <a:avLst/>
          </a:prstGeom>
        </p:spPr>
        <p:txBody>
          <a:bodyPr spcFirstLastPara="1" wrap="square" lIns="108000" tIns="0" rIns="108000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Data Folders">
  <p:cSld name="CUSTOM_7_1_1_1_1_1_1_1_1_1_1_1_1_1_1_1_1_4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 txBox="1">
            <a:spLocks noGrp="1"/>
          </p:cNvSpPr>
          <p:nvPr>
            <p:ph type="title"/>
          </p:nvPr>
        </p:nvSpPr>
        <p:spPr>
          <a:xfrm>
            <a:off x="193900" y="795678"/>
            <a:ext cx="2856900" cy="267000"/>
          </a:xfrm>
          <a:prstGeom prst="rect">
            <a:avLst/>
          </a:prstGeom>
        </p:spPr>
        <p:txBody>
          <a:bodyPr spcFirstLastPara="1" wrap="square" lIns="180000" tIns="0" rIns="18000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>
            <a:endParaRPr/>
          </a:p>
        </p:txBody>
      </p:sp>
      <p:sp>
        <p:nvSpPr>
          <p:cNvPr id="135" name="Google Shape;135;p10"/>
          <p:cNvSpPr txBox="1">
            <a:spLocks noGrp="1"/>
          </p:cNvSpPr>
          <p:nvPr>
            <p:ph type="subTitle" idx="1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36" name="Google Shape;136;p10"/>
          <p:cNvSpPr txBox="1">
            <a:spLocks noGrp="1"/>
          </p:cNvSpPr>
          <p:nvPr>
            <p:ph type="title" idx="2"/>
          </p:nvPr>
        </p:nvSpPr>
        <p:spPr>
          <a:xfrm>
            <a:off x="3141175" y="795678"/>
            <a:ext cx="2856900" cy="267000"/>
          </a:xfrm>
          <a:prstGeom prst="rect">
            <a:avLst/>
          </a:prstGeom>
        </p:spPr>
        <p:txBody>
          <a:bodyPr spcFirstLastPara="1" wrap="square" lIns="180000" tIns="0" rIns="18000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>
            <a:endParaRPr/>
          </a:p>
        </p:txBody>
      </p:sp>
      <p:sp>
        <p:nvSpPr>
          <p:cNvPr id="137" name="Google Shape;137;p10"/>
          <p:cNvSpPr txBox="1">
            <a:spLocks noGrp="1"/>
          </p:cNvSpPr>
          <p:nvPr>
            <p:ph type="title" idx="3"/>
          </p:nvPr>
        </p:nvSpPr>
        <p:spPr>
          <a:xfrm>
            <a:off x="6088450" y="795678"/>
            <a:ext cx="2856900" cy="267000"/>
          </a:xfrm>
          <a:prstGeom prst="rect">
            <a:avLst/>
          </a:prstGeom>
        </p:spPr>
        <p:txBody>
          <a:bodyPr spcFirstLastPara="1" wrap="square" lIns="180000" tIns="0" rIns="18000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>
            <a:endParaRPr/>
          </a:p>
        </p:txBody>
      </p:sp>
      <p:sp>
        <p:nvSpPr>
          <p:cNvPr id="138" name="Google Shape;138;p10"/>
          <p:cNvSpPr txBox="1">
            <a:spLocks noGrp="1"/>
          </p:cNvSpPr>
          <p:nvPr>
            <p:ph type="body" idx="4"/>
          </p:nvPr>
        </p:nvSpPr>
        <p:spPr>
          <a:xfrm>
            <a:off x="194075" y="1414925"/>
            <a:ext cx="2856900" cy="3548700"/>
          </a:xfrm>
          <a:prstGeom prst="rect">
            <a:avLst/>
          </a:prstGeom>
        </p:spPr>
        <p:txBody>
          <a:bodyPr spcFirstLastPara="1" wrap="square" lIns="180000" tIns="270000" rIns="180000" bIns="180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10"/>
          <p:cNvSpPr txBox="1">
            <a:spLocks noGrp="1"/>
          </p:cNvSpPr>
          <p:nvPr>
            <p:ph type="body" idx="5"/>
          </p:nvPr>
        </p:nvSpPr>
        <p:spPr>
          <a:xfrm>
            <a:off x="3140525" y="1414925"/>
            <a:ext cx="2856900" cy="3548700"/>
          </a:xfrm>
          <a:prstGeom prst="rect">
            <a:avLst/>
          </a:prstGeom>
        </p:spPr>
        <p:txBody>
          <a:bodyPr spcFirstLastPara="1" wrap="square" lIns="180000" tIns="270000" rIns="180000" bIns="180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body" idx="6"/>
          </p:nvPr>
        </p:nvSpPr>
        <p:spPr>
          <a:xfrm>
            <a:off x="6086975" y="1414925"/>
            <a:ext cx="2856900" cy="3548700"/>
          </a:xfrm>
          <a:prstGeom prst="rect">
            <a:avLst/>
          </a:prstGeom>
        </p:spPr>
        <p:txBody>
          <a:bodyPr spcFirstLastPara="1" wrap="square" lIns="180000" tIns="270000" rIns="180000" bIns="180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">
  <p:cSld name="CUSTOM_7_1_1_1_1_1_1_1_1_1_1_1_1_1_1_1_1_5_2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 txBox="1">
            <a:spLocks noGrp="1"/>
          </p:cNvSpPr>
          <p:nvPr>
            <p:ph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43" name="Google Shape;143;p11"/>
          <p:cNvSpPr txBox="1">
            <a:spLocks noGrp="1"/>
          </p:cNvSpPr>
          <p:nvPr>
            <p:ph type="title" idx="2"/>
          </p:nvPr>
        </p:nvSpPr>
        <p:spPr>
          <a:xfrm>
            <a:off x="3325125" y="562150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44" name="Google Shape;144;p11"/>
          <p:cNvSpPr txBox="1">
            <a:spLocks noGrp="1"/>
          </p:cNvSpPr>
          <p:nvPr>
            <p:ph type="title" idx="3"/>
          </p:nvPr>
        </p:nvSpPr>
        <p:spPr>
          <a:xfrm>
            <a:off x="227250" y="1277200"/>
            <a:ext cx="2282700" cy="65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45" name="Google Shape;145;p11"/>
          <p:cNvSpPr txBox="1">
            <a:spLocks noGrp="1"/>
          </p:cNvSpPr>
          <p:nvPr>
            <p:ph type="title" idx="4"/>
          </p:nvPr>
        </p:nvSpPr>
        <p:spPr>
          <a:xfrm>
            <a:off x="3324478" y="1277200"/>
            <a:ext cx="2280900" cy="65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46" name="Google Shape;146;p11"/>
          <p:cNvSpPr txBox="1">
            <a:spLocks noGrp="1"/>
          </p:cNvSpPr>
          <p:nvPr>
            <p:ph type="title" idx="5"/>
          </p:nvPr>
        </p:nvSpPr>
        <p:spPr>
          <a:xfrm>
            <a:off x="6421152" y="1277200"/>
            <a:ext cx="2279100" cy="65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47" name="Google Shape;147;p11"/>
          <p:cNvSpPr txBox="1">
            <a:spLocks noGrp="1"/>
          </p:cNvSpPr>
          <p:nvPr>
            <p:ph type="title" idx="6"/>
          </p:nvPr>
        </p:nvSpPr>
        <p:spPr>
          <a:xfrm>
            <a:off x="6421925" y="562150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48" name="Google Shape;148;p11"/>
          <p:cNvSpPr txBox="1">
            <a:spLocks noGrp="1"/>
          </p:cNvSpPr>
          <p:nvPr>
            <p:ph type="title" idx="7"/>
          </p:nvPr>
        </p:nvSpPr>
        <p:spPr>
          <a:xfrm>
            <a:off x="226431" y="2709100"/>
            <a:ext cx="2282700" cy="65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49" name="Google Shape;149;p11"/>
          <p:cNvSpPr txBox="1">
            <a:spLocks noGrp="1"/>
          </p:cNvSpPr>
          <p:nvPr>
            <p:ph type="title" idx="8"/>
          </p:nvPr>
        </p:nvSpPr>
        <p:spPr>
          <a:xfrm>
            <a:off x="6419945" y="2709108"/>
            <a:ext cx="2279100" cy="65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50" name="Google Shape;150;p11"/>
          <p:cNvSpPr txBox="1">
            <a:spLocks noGrp="1"/>
          </p:cNvSpPr>
          <p:nvPr>
            <p:ph type="title" idx="9"/>
          </p:nvPr>
        </p:nvSpPr>
        <p:spPr>
          <a:xfrm>
            <a:off x="226000" y="3996225"/>
            <a:ext cx="2282700" cy="65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51" name="Google Shape;151;p11"/>
          <p:cNvSpPr txBox="1">
            <a:spLocks noGrp="1"/>
          </p:cNvSpPr>
          <p:nvPr>
            <p:ph type="title" idx="13"/>
          </p:nvPr>
        </p:nvSpPr>
        <p:spPr>
          <a:xfrm>
            <a:off x="3322675" y="3996228"/>
            <a:ext cx="2280900" cy="65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52" name="Google Shape;152;p11"/>
          <p:cNvSpPr txBox="1">
            <a:spLocks noGrp="1"/>
          </p:cNvSpPr>
          <p:nvPr>
            <p:ph type="title" idx="14"/>
          </p:nvPr>
        </p:nvSpPr>
        <p:spPr>
          <a:xfrm>
            <a:off x="6419350" y="3996228"/>
            <a:ext cx="2279100" cy="65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53" name="Google Shape;153;p11"/>
          <p:cNvSpPr txBox="1">
            <a:spLocks noGrp="1"/>
          </p:cNvSpPr>
          <p:nvPr>
            <p:ph type="title" idx="15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spcFirstLastPara="1" wrap="square" lIns="10800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54" name="Google Shape;154;p11"/>
          <p:cNvSpPr txBox="1">
            <a:spLocks noGrp="1"/>
          </p:cNvSpPr>
          <p:nvPr>
            <p:ph type="title" idx="16"/>
          </p:nvPr>
        </p:nvSpPr>
        <p:spPr>
          <a:xfrm>
            <a:off x="3684488" y="562150"/>
            <a:ext cx="1219200" cy="505800"/>
          </a:xfrm>
          <a:prstGeom prst="rect">
            <a:avLst/>
          </a:prstGeom>
        </p:spPr>
        <p:txBody>
          <a:bodyPr spcFirstLastPara="1" wrap="square" lIns="10800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55" name="Google Shape;155;p11"/>
          <p:cNvSpPr txBox="1">
            <a:spLocks noGrp="1"/>
          </p:cNvSpPr>
          <p:nvPr>
            <p:ph type="title" idx="17"/>
          </p:nvPr>
        </p:nvSpPr>
        <p:spPr>
          <a:xfrm>
            <a:off x="6781463" y="562150"/>
            <a:ext cx="1219200" cy="505800"/>
          </a:xfrm>
          <a:prstGeom prst="rect">
            <a:avLst/>
          </a:prstGeom>
        </p:spPr>
        <p:txBody>
          <a:bodyPr spcFirstLastPara="1" wrap="square" lIns="10800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subTitle" idx="1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57" name="Google Shape;157;p11"/>
          <p:cNvSpPr txBox="1">
            <a:spLocks noGrp="1"/>
          </p:cNvSpPr>
          <p:nvPr>
            <p:ph type="body" idx="18"/>
          </p:nvPr>
        </p:nvSpPr>
        <p:spPr>
          <a:xfrm>
            <a:off x="226150" y="4230400"/>
            <a:ext cx="2282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1"/>
          <p:cNvSpPr txBox="1">
            <a:spLocks noGrp="1"/>
          </p:cNvSpPr>
          <p:nvPr>
            <p:ph type="body" idx="19"/>
          </p:nvPr>
        </p:nvSpPr>
        <p:spPr>
          <a:xfrm>
            <a:off x="3321928" y="4230402"/>
            <a:ext cx="2282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9" name="Google Shape;159;p11"/>
          <p:cNvSpPr txBox="1">
            <a:spLocks noGrp="1"/>
          </p:cNvSpPr>
          <p:nvPr>
            <p:ph type="body" idx="20"/>
          </p:nvPr>
        </p:nvSpPr>
        <p:spPr>
          <a:xfrm>
            <a:off x="6417703" y="4230402"/>
            <a:ext cx="2282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0" name="Google Shape;160;p11"/>
          <p:cNvSpPr txBox="1">
            <a:spLocks noGrp="1"/>
          </p:cNvSpPr>
          <p:nvPr>
            <p:ph type="title" idx="21"/>
          </p:nvPr>
        </p:nvSpPr>
        <p:spPr>
          <a:xfrm>
            <a:off x="3323270" y="2709108"/>
            <a:ext cx="2280900" cy="65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61" name="Google Shape;161;p11"/>
          <p:cNvSpPr txBox="1">
            <a:spLocks noGrp="1"/>
          </p:cNvSpPr>
          <p:nvPr>
            <p:ph type="body" idx="22"/>
          </p:nvPr>
        </p:nvSpPr>
        <p:spPr>
          <a:xfrm>
            <a:off x="226150" y="2943275"/>
            <a:ext cx="2282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2" name="Google Shape;162;p11"/>
          <p:cNvSpPr txBox="1">
            <a:spLocks noGrp="1"/>
          </p:cNvSpPr>
          <p:nvPr>
            <p:ph type="body" idx="23"/>
          </p:nvPr>
        </p:nvSpPr>
        <p:spPr>
          <a:xfrm>
            <a:off x="3321928" y="2943282"/>
            <a:ext cx="2282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3" name="Google Shape;163;p11"/>
          <p:cNvSpPr txBox="1">
            <a:spLocks noGrp="1"/>
          </p:cNvSpPr>
          <p:nvPr>
            <p:ph type="body" idx="24"/>
          </p:nvPr>
        </p:nvSpPr>
        <p:spPr>
          <a:xfrm>
            <a:off x="6417703" y="2943282"/>
            <a:ext cx="2282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1"/>
          <p:cNvSpPr txBox="1">
            <a:spLocks noGrp="1"/>
          </p:cNvSpPr>
          <p:nvPr>
            <p:ph type="body" idx="25"/>
          </p:nvPr>
        </p:nvSpPr>
        <p:spPr>
          <a:xfrm>
            <a:off x="226150" y="1511375"/>
            <a:ext cx="2282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5" name="Google Shape;165;p11"/>
          <p:cNvSpPr txBox="1">
            <a:spLocks noGrp="1"/>
          </p:cNvSpPr>
          <p:nvPr>
            <p:ph type="body" idx="26"/>
          </p:nvPr>
        </p:nvSpPr>
        <p:spPr>
          <a:xfrm>
            <a:off x="3321928" y="1511374"/>
            <a:ext cx="2282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1"/>
          <p:cNvSpPr txBox="1">
            <a:spLocks noGrp="1"/>
          </p:cNvSpPr>
          <p:nvPr>
            <p:ph type="body" idx="27"/>
          </p:nvPr>
        </p:nvSpPr>
        <p:spPr>
          <a:xfrm>
            <a:off x="6417703" y="1511374"/>
            <a:ext cx="2282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and image ">
  <p:cSld name="CUSTOM_7_1_1_1_1_1_1_1_1_1_1_1_1_1_1_1_1_5_1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>
            <a:spLocks noGrp="1"/>
          </p:cNvSpPr>
          <p:nvPr>
            <p:ph type="title"/>
          </p:nvPr>
        </p:nvSpPr>
        <p:spPr>
          <a:xfrm>
            <a:off x="2005725" y="562150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69" name="Google Shape;169;p12"/>
          <p:cNvSpPr txBox="1">
            <a:spLocks noGrp="1"/>
          </p:cNvSpPr>
          <p:nvPr>
            <p:ph type="title" idx="2"/>
          </p:nvPr>
        </p:nvSpPr>
        <p:spPr>
          <a:xfrm>
            <a:off x="3783250" y="562150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70" name="Google Shape;170;p12"/>
          <p:cNvSpPr txBox="1">
            <a:spLocks noGrp="1"/>
          </p:cNvSpPr>
          <p:nvPr>
            <p:ph type="title" idx="3"/>
          </p:nvPr>
        </p:nvSpPr>
        <p:spPr>
          <a:xfrm>
            <a:off x="5560500" y="562150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71" name="Google Shape;171;p12"/>
          <p:cNvSpPr txBox="1">
            <a:spLocks noGrp="1"/>
          </p:cNvSpPr>
          <p:nvPr>
            <p:ph type="title" idx="4"/>
          </p:nvPr>
        </p:nvSpPr>
        <p:spPr>
          <a:xfrm>
            <a:off x="7337750" y="562150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72" name="Google Shape;172;p12"/>
          <p:cNvSpPr txBox="1">
            <a:spLocks noGrp="1"/>
          </p:cNvSpPr>
          <p:nvPr>
            <p:ph type="title" idx="5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73" name="Google Shape;173;p12"/>
          <p:cNvSpPr txBox="1">
            <a:spLocks noGrp="1"/>
          </p:cNvSpPr>
          <p:nvPr>
            <p:ph type="title" idx="6"/>
          </p:nvPr>
        </p:nvSpPr>
        <p:spPr>
          <a:xfrm>
            <a:off x="227250" y="1277192"/>
            <a:ext cx="1581000" cy="23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74" name="Google Shape;174;p12"/>
          <p:cNvSpPr txBox="1">
            <a:spLocks noGrp="1"/>
          </p:cNvSpPr>
          <p:nvPr>
            <p:ph type="title" idx="7"/>
          </p:nvPr>
        </p:nvSpPr>
        <p:spPr>
          <a:xfrm>
            <a:off x="2004525" y="1277192"/>
            <a:ext cx="1581000" cy="23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75" name="Google Shape;175;p12"/>
          <p:cNvSpPr txBox="1">
            <a:spLocks noGrp="1"/>
          </p:cNvSpPr>
          <p:nvPr>
            <p:ph type="title" idx="8"/>
          </p:nvPr>
        </p:nvSpPr>
        <p:spPr>
          <a:xfrm>
            <a:off x="3781925" y="1277192"/>
            <a:ext cx="1581000" cy="23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76" name="Google Shape;176;p12"/>
          <p:cNvSpPr txBox="1">
            <a:spLocks noGrp="1"/>
          </p:cNvSpPr>
          <p:nvPr>
            <p:ph type="title" idx="9"/>
          </p:nvPr>
        </p:nvSpPr>
        <p:spPr>
          <a:xfrm>
            <a:off x="5559300" y="1277192"/>
            <a:ext cx="1581000" cy="23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77" name="Google Shape;177;p12"/>
          <p:cNvSpPr txBox="1">
            <a:spLocks noGrp="1"/>
          </p:cNvSpPr>
          <p:nvPr>
            <p:ph type="title" idx="13"/>
          </p:nvPr>
        </p:nvSpPr>
        <p:spPr>
          <a:xfrm>
            <a:off x="7337425" y="1277192"/>
            <a:ext cx="1581000" cy="23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78" name="Google Shape;178;p12"/>
          <p:cNvSpPr txBox="1">
            <a:spLocks noGrp="1"/>
          </p:cNvSpPr>
          <p:nvPr>
            <p:ph type="title" idx="14"/>
          </p:nvPr>
        </p:nvSpPr>
        <p:spPr>
          <a:xfrm>
            <a:off x="226425" y="2709100"/>
            <a:ext cx="1581000" cy="23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79" name="Google Shape;179;p12"/>
          <p:cNvSpPr txBox="1">
            <a:spLocks noGrp="1"/>
          </p:cNvSpPr>
          <p:nvPr>
            <p:ph type="title" idx="15"/>
          </p:nvPr>
        </p:nvSpPr>
        <p:spPr>
          <a:xfrm>
            <a:off x="2003700" y="2709100"/>
            <a:ext cx="1581000" cy="23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80" name="Google Shape;180;p12"/>
          <p:cNvSpPr txBox="1">
            <a:spLocks noGrp="1"/>
          </p:cNvSpPr>
          <p:nvPr>
            <p:ph type="title" idx="16"/>
          </p:nvPr>
        </p:nvSpPr>
        <p:spPr>
          <a:xfrm>
            <a:off x="3781100" y="2709100"/>
            <a:ext cx="1581000" cy="23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81" name="Google Shape;181;p12"/>
          <p:cNvSpPr txBox="1">
            <a:spLocks noGrp="1"/>
          </p:cNvSpPr>
          <p:nvPr>
            <p:ph type="title" idx="17"/>
          </p:nvPr>
        </p:nvSpPr>
        <p:spPr>
          <a:xfrm>
            <a:off x="5558475" y="2709100"/>
            <a:ext cx="1581000" cy="23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82" name="Google Shape;182;p12"/>
          <p:cNvSpPr txBox="1">
            <a:spLocks noGrp="1"/>
          </p:cNvSpPr>
          <p:nvPr>
            <p:ph type="title" idx="18"/>
          </p:nvPr>
        </p:nvSpPr>
        <p:spPr>
          <a:xfrm>
            <a:off x="7336600" y="2709100"/>
            <a:ext cx="1581000" cy="23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83" name="Google Shape;183;p12"/>
          <p:cNvSpPr txBox="1">
            <a:spLocks noGrp="1"/>
          </p:cNvSpPr>
          <p:nvPr>
            <p:ph type="title" idx="19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spcFirstLastPara="1" wrap="square" lIns="10800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84" name="Google Shape;184;p12"/>
          <p:cNvSpPr txBox="1">
            <a:spLocks noGrp="1"/>
          </p:cNvSpPr>
          <p:nvPr>
            <p:ph type="title" idx="20"/>
          </p:nvPr>
        </p:nvSpPr>
        <p:spPr>
          <a:xfrm>
            <a:off x="2365088" y="562150"/>
            <a:ext cx="1219200" cy="505800"/>
          </a:xfrm>
          <a:prstGeom prst="rect">
            <a:avLst/>
          </a:prstGeom>
        </p:spPr>
        <p:txBody>
          <a:bodyPr spcFirstLastPara="1" wrap="square" lIns="10800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85" name="Google Shape;185;p12"/>
          <p:cNvSpPr txBox="1">
            <a:spLocks noGrp="1"/>
          </p:cNvSpPr>
          <p:nvPr>
            <p:ph type="title" idx="21"/>
          </p:nvPr>
        </p:nvSpPr>
        <p:spPr>
          <a:xfrm>
            <a:off x="4142788" y="562150"/>
            <a:ext cx="1219200" cy="505800"/>
          </a:xfrm>
          <a:prstGeom prst="rect">
            <a:avLst/>
          </a:prstGeom>
        </p:spPr>
        <p:txBody>
          <a:bodyPr spcFirstLastPara="1" wrap="square" lIns="10800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86" name="Google Shape;186;p12"/>
          <p:cNvSpPr txBox="1">
            <a:spLocks noGrp="1"/>
          </p:cNvSpPr>
          <p:nvPr>
            <p:ph type="title" idx="22"/>
          </p:nvPr>
        </p:nvSpPr>
        <p:spPr>
          <a:xfrm>
            <a:off x="5921000" y="562150"/>
            <a:ext cx="1219200" cy="505800"/>
          </a:xfrm>
          <a:prstGeom prst="rect">
            <a:avLst/>
          </a:prstGeom>
        </p:spPr>
        <p:txBody>
          <a:bodyPr spcFirstLastPara="1" wrap="square" lIns="10800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87" name="Google Shape;187;p12"/>
          <p:cNvSpPr txBox="1">
            <a:spLocks noGrp="1"/>
          </p:cNvSpPr>
          <p:nvPr>
            <p:ph type="title" idx="23"/>
          </p:nvPr>
        </p:nvSpPr>
        <p:spPr>
          <a:xfrm>
            <a:off x="7699213" y="562150"/>
            <a:ext cx="1219200" cy="505800"/>
          </a:xfrm>
          <a:prstGeom prst="rect">
            <a:avLst/>
          </a:prstGeom>
        </p:spPr>
        <p:txBody>
          <a:bodyPr spcFirstLastPara="1" wrap="square" lIns="10800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88" name="Google Shape;188;p12"/>
          <p:cNvSpPr txBox="1">
            <a:spLocks noGrp="1"/>
          </p:cNvSpPr>
          <p:nvPr>
            <p:ph type="subTitle" idx="1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89" name="Google Shape;189;p12"/>
          <p:cNvSpPr>
            <a:spLocks noGrp="1"/>
          </p:cNvSpPr>
          <p:nvPr>
            <p:ph type="pic" idx="24"/>
          </p:nvPr>
        </p:nvSpPr>
        <p:spPr>
          <a:xfrm>
            <a:off x="229025" y="3718641"/>
            <a:ext cx="1580400" cy="1249200"/>
          </a:xfrm>
          <a:prstGeom prst="roundRect">
            <a:avLst>
              <a:gd name="adj" fmla="val 10359"/>
            </a:avLst>
          </a:prstGeom>
          <a:noFill/>
          <a:ln>
            <a:noFill/>
          </a:ln>
        </p:spPr>
      </p:sp>
      <p:sp>
        <p:nvSpPr>
          <p:cNvPr id="190" name="Google Shape;190;p12"/>
          <p:cNvSpPr>
            <a:spLocks noGrp="1"/>
          </p:cNvSpPr>
          <p:nvPr>
            <p:ph type="pic" idx="25"/>
          </p:nvPr>
        </p:nvSpPr>
        <p:spPr>
          <a:xfrm>
            <a:off x="2005675" y="3718641"/>
            <a:ext cx="1580400" cy="1249200"/>
          </a:xfrm>
          <a:prstGeom prst="roundRect">
            <a:avLst>
              <a:gd name="adj" fmla="val 10359"/>
            </a:avLst>
          </a:prstGeom>
          <a:noFill/>
          <a:ln>
            <a:noFill/>
          </a:ln>
        </p:spPr>
      </p:sp>
      <p:sp>
        <p:nvSpPr>
          <p:cNvPr id="191" name="Google Shape;191;p12"/>
          <p:cNvSpPr>
            <a:spLocks noGrp="1"/>
          </p:cNvSpPr>
          <p:nvPr>
            <p:ph type="pic" idx="26"/>
          </p:nvPr>
        </p:nvSpPr>
        <p:spPr>
          <a:xfrm>
            <a:off x="3784263" y="3718641"/>
            <a:ext cx="1580400" cy="1249200"/>
          </a:xfrm>
          <a:prstGeom prst="roundRect">
            <a:avLst>
              <a:gd name="adj" fmla="val 10359"/>
            </a:avLst>
          </a:prstGeom>
          <a:noFill/>
          <a:ln>
            <a:noFill/>
          </a:ln>
        </p:spPr>
      </p:sp>
      <p:sp>
        <p:nvSpPr>
          <p:cNvPr id="192" name="Google Shape;192;p12"/>
          <p:cNvSpPr>
            <a:spLocks noGrp="1"/>
          </p:cNvSpPr>
          <p:nvPr>
            <p:ph type="pic" idx="27"/>
          </p:nvPr>
        </p:nvSpPr>
        <p:spPr>
          <a:xfrm>
            <a:off x="5560913" y="3718641"/>
            <a:ext cx="1580400" cy="1249200"/>
          </a:xfrm>
          <a:prstGeom prst="roundRect">
            <a:avLst>
              <a:gd name="adj" fmla="val 10359"/>
            </a:avLst>
          </a:prstGeom>
          <a:noFill/>
          <a:ln>
            <a:noFill/>
          </a:ln>
        </p:spPr>
      </p:sp>
      <p:sp>
        <p:nvSpPr>
          <p:cNvPr id="193" name="Google Shape;193;p12"/>
          <p:cNvSpPr>
            <a:spLocks noGrp="1"/>
          </p:cNvSpPr>
          <p:nvPr>
            <p:ph type="pic" idx="28"/>
          </p:nvPr>
        </p:nvSpPr>
        <p:spPr>
          <a:xfrm>
            <a:off x="7337563" y="3718641"/>
            <a:ext cx="1580400" cy="1249200"/>
          </a:xfrm>
          <a:prstGeom prst="roundRect">
            <a:avLst>
              <a:gd name="adj" fmla="val 10359"/>
            </a:avLst>
          </a:prstGeom>
          <a:noFill/>
          <a:ln>
            <a:noFill/>
          </a:ln>
        </p:spPr>
      </p:sp>
      <p:sp>
        <p:nvSpPr>
          <p:cNvPr id="194" name="Google Shape;194;p12"/>
          <p:cNvSpPr txBox="1">
            <a:spLocks noGrp="1"/>
          </p:cNvSpPr>
          <p:nvPr>
            <p:ph type="body" idx="29"/>
          </p:nvPr>
        </p:nvSpPr>
        <p:spPr>
          <a:xfrm>
            <a:off x="7337076" y="2943275"/>
            <a:ext cx="1580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95" name="Google Shape;195;p12"/>
          <p:cNvSpPr txBox="1">
            <a:spLocks noGrp="1"/>
          </p:cNvSpPr>
          <p:nvPr>
            <p:ph type="body" idx="30"/>
          </p:nvPr>
        </p:nvSpPr>
        <p:spPr>
          <a:xfrm>
            <a:off x="5559688" y="2943275"/>
            <a:ext cx="1580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96" name="Google Shape;196;p12"/>
          <p:cNvSpPr txBox="1">
            <a:spLocks noGrp="1"/>
          </p:cNvSpPr>
          <p:nvPr>
            <p:ph type="body" idx="31"/>
          </p:nvPr>
        </p:nvSpPr>
        <p:spPr>
          <a:xfrm>
            <a:off x="3782188" y="2943275"/>
            <a:ext cx="1580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97" name="Google Shape;197;p12"/>
          <p:cNvSpPr txBox="1">
            <a:spLocks noGrp="1"/>
          </p:cNvSpPr>
          <p:nvPr>
            <p:ph type="body" idx="32"/>
          </p:nvPr>
        </p:nvSpPr>
        <p:spPr>
          <a:xfrm>
            <a:off x="2005163" y="2943275"/>
            <a:ext cx="1580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98" name="Google Shape;198;p12"/>
          <p:cNvSpPr txBox="1">
            <a:spLocks noGrp="1"/>
          </p:cNvSpPr>
          <p:nvPr>
            <p:ph type="body" idx="33"/>
          </p:nvPr>
        </p:nvSpPr>
        <p:spPr>
          <a:xfrm>
            <a:off x="226738" y="2943275"/>
            <a:ext cx="1580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99" name="Google Shape;199;p12"/>
          <p:cNvSpPr txBox="1">
            <a:spLocks noGrp="1"/>
          </p:cNvSpPr>
          <p:nvPr>
            <p:ph type="body" idx="34"/>
          </p:nvPr>
        </p:nvSpPr>
        <p:spPr>
          <a:xfrm>
            <a:off x="7339448" y="1511381"/>
            <a:ext cx="1580400" cy="971100"/>
          </a:xfrm>
          <a:prstGeom prst="rect">
            <a:avLst/>
          </a:prstGeom>
        </p:spPr>
        <p:txBody>
          <a:bodyPr spcFirstLastPara="1" wrap="square" lIns="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00" name="Google Shape;200;p12"/>
          <p:cNvSpPr txBox="1">
            <a:spLocks noGrp="1"/>
          </p:cNvSpPr>
          <p:nvPr>
            <p:ph type="body" idx="35"/>
          </p:nvPr>
        </p:nvSpPr>
        <p:spPr>
          <a:xfrm>
            <a:off x="5562058" y="1511381"/>
            <a:ext cx="1580400" cy="971100"/>
          </a:xfrm>
          <a:prstGeom prst="rect">
            <a:avLst/>
          </a:prstGeom>
        </p:spPr>
        <p:txBody>
          <a:bodyPr spcFirstLastPara="1" wrap="square" lIns="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01" name="Google Shape;201;p12"/>
          <p:cNvSpPr txBox="1">
            <a:spLocks noGrp="1"/>
          </p:cNvSpPr>
          <p:nvPr>
            <p:ph type="body" idx="36"/>
          </p:nvPr>
        </p:nvSpPr>
        <p:spPr>
          <a:xfrm>
            <a:off x="3784555" y="1511381"/>
            <a:ext cx="1580400" cy="971100"/>
          </a:xfrm>
          <a:prstGeom prst="rect">
            <a:avLst/>
          </a:prstGeom>
        </p:spPr>
        <p:txBody>
          <a:bodyPr spcFirstLastPara="1" wrap="square" lIns="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02" name="Google Shape;202;p12"/>
          <p:cNvSpPr txBox="1">
            <a:spLocks noGrp="1"/>
          </p:cNvSpPr>
          <p:nvPr>
            <p:ph type="body" idx="37"/>
          </p:nvPr>
        </p:nvSpPr>
        <p:spPr>
          <a:xfrm>
            <a:off x="2007528" y="1511381"/>
            <a:ext cx="1580400" cy="971100"/>
          </a:xfrm>
          <a:prstGeom prst="rect">
            <a:avLst/>
          </a:prstGeom>
        </p:spPr>
        <p:txBody>
          <a:bodyPr spcFirstLastPara="1" wrap="square" lIns="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03" name="Google Shape;203;p12"/>
          <p:cNvSpPr txBox="1">
            <a:spLocks noGrp="1"/>
          </p:cNvSpPr>
          <p:nvPr>
            <p:ph type="body" idx="38"/>
          </p:nvPr>
        </p:nvSpPr>
        <p:spPr>
          <a:xfrm>
            <a:off x="229100" y="1511381"/>
            <a:ext cx="1580400" cy="971100"/>
          </a:xfrm>
          <a:prstGeom prst="rect">
            <a:avLst/>
          </a:prstGeom>
        </p:spPr>
        <p:txBody>
          <a:bodyPr spcFirstLastPara="1" wrap="square" lIns="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and folder background">
  <p:cSld name="CUSTOM_1_1_1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06" name="Google Shape;206;p13"/>
          <p:cNvSpPr txBox="1">
            <a:spLocks noGrp="1"/>
          </p:cNvSpPr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7" name="Google Shape;207;p13"/>
          <p:cNvSpPr txBox="1">
            <a:spLocks noGrp="1"/>
          </p:cNvSpPr>
          <p:nvPr>
            <p:ph type="title" idx="2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8" name="Google Shape;208;p13"/>
          <p:cNvSpPr txBox="1">
            <a:spLocks noGrp="1"/>
          </p:cNvSpPr>
          <p:nvPr>
            <p:ph type="title" idx="3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13"/>
          <p:cNvSpPr txBox="1">
            <a:spLocks noGrp="1"/>
          </p:cNvSpPr>
          <p:nvPr>
            <p:ph type="title" idx="4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10" name="Google Shape;210;p13"/>
          <p:cNvSpPr txBox="1">
            <a:spLocks noGrp="1"/>
          </p:cNvSpPr>
          <p:nvPr>
            <p:ph type="title" idx="5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3"/>
          <p:cNvSpPr txBox="1">
            <a:spLocks noGrp="1"/>
          </p:cNvSpPr>
          <p:nvPr>
            <p:ph type="subTitle" idx="1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3"/>
          <p:cNvSpPr txBox="1">
            <a:spLocks noGrp="1"/>
          </p:cNvSpPr>
          <p:nvPr>
            <p:ph type="subTitle" idx="6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13"/>
          <p:cNvSpPr txBox="1">
            <a:spLocks noGrp="1"/>
          </p:cNvSpPr>
          <p:nvPr>
            <p:ph type="subTitle" idx="7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13"/>
          <p:cNvSpPr txBox="1">
            <a:spLocks noGrp="1"/>
          </p:cNvSpPr>
          <p:nvPr>
            <p:ph type="subTitle" idx="8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3"/>
          <p:cNvSpPr txBox="1">
            <a:spLocks noGrp="1"/>
          </p:cNvSpPr>
          <p:nvPr>
            <p:ph type="subTitle" idx="9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3"/>
          <p:cNvSpPr txBox="1">
            <a:spLocks noGrp="1"/>
          </p:cNvSpPr>
          <p:nvPr>
            <p:ph type="subTitle" idx="13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13"/>
          <p:cNvSpPr txBox="1">
            <a:spLocks noGrp="1"/>
          </p:cNvSpPr>
          <p:nvPr>
            <p:ph type="subTitle" idx="14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13"/>
          <p:cNvSpPr txBox="1">
            <a:spLocks noGrp="1"/>
          </p:cNvSpPr>
          <p:nvPr>
            <p:ph type="subTitle" idx="15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13"/>
          <p:cNvSpPr txBox="1">
            <a:spLocks noGrp="1"/>
          </p:cNvSpPr>
          <p:nvPr>
            <p:ph type="subTitle" idx="16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13"/>
          <p:cNvSpPr txBox="1">
            <a:spLocks noGrp="1"/>
          </p:cNvSpPr>
          <p:nvPr>
            <p:ph type="body" idx="17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1" name="Google Shape;221;p13"/>
          <p:cNvSpPr txBox="1">
            <a:spLocks noGrp="1"/>
          </p:cNvSpPr>
          <p:nvPr>
            <p:ph type="body" idx="18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2" name="Google Shape;222;p13"/>
          <p:cNvSpPr txBox="1">
            <a:spLocks noGrp="1"/>
          </p:cNvSpPr>
          <p:nvPr>
            <p:ph type="body" idx="19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3" name="Google Shape;223;p13"/>
          <p:cNvSpPr txBox="1">
            <a:spLocks noGrp="1"/>
          </p:cNvSpPr>
          <p:nvPr>
            <p:ph type="body" idx="20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4" name="Google Shape;224;p13"/>
          <p:cNvSpPr txBox="1">
            <a:spLocks noGrp="1"/>
          </p:cNvSpPr>
          <p:nvPr>
            <p:ph type="body" idx="21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5" name="Google Shape;225;p13"/>
          <p:cNvSpPr txBox="1">
            <a:spLocks noGrp="1"/>
          </p:cNvSpPr>
          <p:nvPr>
            <p:ph type="body" idx="22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6" name="Google Shape;226;p13"/>
          <p:cNvSpPr txBox="1">
            <a:spLocks noGrp="1"/>
          </p:cNvSpPr>
          <p:nvPr>
            <p:ph type="body" idx="23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7" name="Google Shape;227;p13"/>
          <p:cNvSpPr txBox="1">
            <a:spLocks noGrp="1"/>
          </p:cNvSpPr>
          <p:nvPr>
            <p:ph type="body" idx="24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8" name="Google Shape;228;p13"/>
          <p:cNvSpPr txBox="1">
            <a:spLocks noGrp="1"/>
          </p:cNvSpPr>
          <p:nvPr>
            <p:ph type="body" idx="25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9" name="Google Shape;229;p13"/>
          <p:cNvSpPr txBox="1">
            <a:spLocks noGrp="1"/>
          </p:cNvSpPr>
          <p:nvPr>
            <p:ph type="body" idx="26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30" name="Google Shape;230;p13"/>
          <p:cNvSpPr txBox="1">
            <a:spLocks noGrp="1"/>
          </p:cNvSpPr>
          <p:nvPr>
            <p:ph type="body" idx="27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31" name="Google Shape;231;p13"/>
          <p:cNvSpPr txBox="1">
            <a:spLocks noGrp="1"/>
          </p:cNvSpPr>
          <p:nvPr>
            <p:ph type="body" idx="28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32" name="Google Shape;232;p13"/>
          <p:cNvSpPr txBox="1">
            <a:spLocks noGrp="1"/>
          </p:cNvSpPr>
          <p:nvPr>
            <p:ph type="body" idx="29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33" name="Google Shape;233;p13"/>
          <p:cNvSpPr txBox="1">
            <a:spLocks noGrp="1"/>
          </p:cNvSpPr>
          <p:nvPr>
            <p:ph type="body" idx="30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34" name="Google Shape;234;p13"/>
          <p:cNvSpPr txBox="1">
            <a:spLocks noGrp="1"/>
          </p:cNvSpPr>
          <p:nvPr>
            <p:ph type="body" idx="31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35" name="Google Shape;235;p13"/>
          <p:cNvSpPr txBox="1">
            <a:spLocks noGrp="1"/>
          </p:cNvSpPr>
          <p:nvPr>
            <p:ph type="body" idx="32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36" name="Google Shape;236;p13"/>
          <p:cNvSpPr txBox="1">
            <a:spLocks noGrp="1"/>
          </p:cNvSpPr>
          <p:nvPr>
            <p:ph type="body" idx="33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37" name="Google Shape;237;p13"/>
          <p:cNvSpPr txBox="1">
            <a:spLocks noGrp="1"/>
          </p:cNvSpPr>
          <p:nvPr>
            <p:ph type="body" idx="34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38" name="Google Shape;238;p13"/>
          <p:cNvSpPr txBox="1">
            <a:spLocks noGrp="1"/>
          </p:cNvSpPr>
          <p:nvPr>
            <p:ph type="body" idx="35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39" name="Google Shape;239;p13"/>
          <p:cNvSpPr txBox="1">
            <a:spLocks noGrp="1"/>
          </p:cNvSpPr>
          <p:nvPr>
            <p:ph type="body" idx="36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and folder background 2">
  <p:cSld name="CUSTOM_1_1_1_3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42" name="Google Shape;242;p14"/>
          <p:cNvSpPr txBox="1">
            <a:spLocks noGrp="1"/>
          </p:cNvSpPr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43" name="Google Shape;243;p14"/>
          <p:cNvSpPr txBox="1">
            <a:spLocks noGrp="1"/>
          </p:cNvSpPr>
          <p:nvPr>
            <p:ph type="title" idx="2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44" name="Google Shape;244;p14"/>
          <p:cNvSpPr txBox="1">
            <a:spLocks noGrp="1"/>
          </p:cNvSpPr>
          <p:nvPr>
            <p:ph type="title" idx="3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45" name="Google Shape;245;p14"/>
          <p:cNvSpPr txBox="1">
            <a:spLocks noGrp="1"/>
          </p:cNvSpPr>
          <p:nvPr>
            <p:ph type="title" idx="4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46" name="Google Shape;246;p14"/>
          <p:cNvSpPr txBox="1">
            <a:spLocks noGrp="1"/>
          </p:cNvSpPr>
          <p:nvPr>
            <p:ph type="body" idx="1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47" name="Google Shape;247;p14"/>
          <p:cNvSpPr txBox="1">
            <a:spLocks noGrp="1"/>
          </p:cNvSpPr>
          <p:nvPr>
            <p:ph type="body" idx="5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48" name="Google Shape;248;p14"/>
          <p:cNvSpPr txBox="1">
            <a:spLocks noGrp="1"/>
          </p:cNvSpPr>
          <p:nvPr>
            <p:ph type="body" idx="6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49" name="Google Shape;249;p14"/>
          <p:cNvSpPr txBox="1">
            <a:spLocks noGrp="1"/>
          </p:cNvSpPr>
          <p:nvPr>
            <p:ph type="body" idx="7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50" name="Google Shape;250;p14"/>
          <p:cNvSpPr txBox="1">
            <a:spLocks noGrp="1"/>
          </p:cNvSpPr>
          <p:nvPr>
            <p:ph type="body" idx="8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51" name="Google Shape;251;p14"/>
          <p:cNvSpPr txBox="1">
            <a:spLocks noGrp="1"/>
          </p:cNvSpPr>
          <p:nvPr>
            <p:ph type="body" idx="9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52" name="Google Shape;252;p14"/>
          <p:cNvSpPr txBox="1">
            <a:spLocks noGrp="1"/>
          </p:cNvSpPr>
          <p:nvPr>
            <p:ph type="body" idx="13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53" name="Google Shape;253;p14"/>
          <p:cNvSpPr txBox="1">
            <a:spLocks noGrp="1"/>
          </p:cNvSpPr>
          <p:nvPr>
            <p:ph type="body" idx="14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54" name="Google Shape;254;p14"/>
          <p:cNvSpPr txBox="1">
            <a:spLocks noGrp="1"/>
          </p:cNvSpPr>
          <p:nvPr>
            <p:ph type="body" idx="15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55" name="Google Shape;255;p14"/>
          <p:cNvSpPr txBox="1">
            <a:spLocks noGrp="1"/>
          </p:cNvSpPr>
          <p:nvPr>
            <p:ph type="body" idx="16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56" name="Google Shape;256;p14"/>
          <p:cNvSpPr txBox="1">
            <a:spLocks noGrp="1"/>
          </p:cNvSpPr>
          <p:nvPr>
            <p:ph type="body" idx="17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57" name="Google Shape;257;p14"/>
          <p:cNvSpPr txBox="1">
            <a:spLocks noGrp="1"/>
          </p:cNvSpPr>
          <p:nvPr>
            <p:ph type="body" idx="18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58" name="Google Shape;258;p14"/>
          <p:cNvSpPr txBox="1">
            <a:spLocks noGrp="1"/>
          </p:cNvSpPr>
          <p:nvPr>
            <p:ph type="body" idx="19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59" name="Google Shape;259;p14"/>
          <p:cNvSpPr txBox="1">
            <a:spLocks noGrp="1"/>
          </p:cNvSpPr>
          <p:nvPr>
            <p:ph type="body" idx="20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60" name="Google Shape;260;p14"/>
          <p:cNvSpPr txBox="1">
            <a:spLocks noGrp="1"/>
          </p:cNvSpPr>
          <p:nvPr>
            <p:ph type="body" idx="21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61" name="Google Shape;261;p14"/>
          <p:cNvSpPr txBox="1">
            <a:spLocks noGrp="1"/>
          </p:cNvSpPr>
          <p:nvPr>
            <p:ph type="body" idx="22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62" name="Google Shape;262;p14"/>
          <p:cNvSpPr txBox="1">
            <a:spLocks noGrp="1"/>
          </p:cNvSpPr>
          <p:nvPr>
            <p:ph type="body" idx="23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63" name="Google Shape;263;p14"/>
          <p:cNvSpPr txBox="1">
            <a:spLocks noGrp="1"/>
          </p:cNvSpPr>
          <p:nvPr>
            <p:ph type="body" idx="24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64" name="Google Shape;264;p14"/>
          <p:cNvSpPr txBox="1">
            <a:spLocks noGrp="1"/>
          </p:cNvSpPr>
          <p:nvPr>
            <p:ph type="body" idx="25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65" name="Google Shape;265;p14"/>
          <p:cNvSpPr txBox="1">
            <a:spLocks noGrp="1"/>
          </p:cNvSpPr>
          <p:nvPr>
            <p:ph type="body" idx="26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66" name="Google Shape;266;p14"/>
          <p:cNvSpPr txBox="1">
            <a:spLocks noGrp="1"/>
          </p:cNvSpPr>
          <p:nvPr>
            <p:ph type="subTitle" idx="27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14"/>
          <p:cNvSpPr txBox="1">
            <a:spLocks noGrp="1"/>
          </p:cNvSpPr>
          <p:nvPr>
            <p:ph type="subTitle" idx="28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>
            <a:endParaRPr/>
          </a:p>
        </p:txBody>
      </p:sp>
      <p:sp>
        <p:nvSpPr>
          <p:cNvPr id="268" name="Google Shape;268;p14"/>
          <p:cNvSpPr txBox="1">
            <a:spLocks noGrp="1"/>
          </p:cNvSpPr>
          <p:nvPr>
            <p:ph type="subTitle" idx="29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>
            <a:endParaRPr/>
          </a:p>
        </p:txBody>
      </p:sp>
      <p:sp>
        <p:nvSpPr>
          <p:cNvPr id="269" name="Google Shape;269;p14"/>
          <p:cNvSpPr txBox="1">
            <a:spLocks noGrp="1"/>
          </p:cNvSpPr>
          <p:nvPr>
            <p:ph type="subTitle" idx="30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>
            <a:endParaRPr/>
          </a:p>
        </p:txBody>
      </p:sp>
      <p:sp>
        <p:nvSpPr>
          <p:cNvPr id="270" name="Google Shape;270;p14"/>
          <p:cNvSpPr txBox="1">
            <a:spLocks noGrp="1"/>
          </p:cNvSpPr>
          <p:nvPr>
            <p:ph type="subTitle" idx="31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>
            <a:endParaRPr/>
          </a:p>
        </p:txBody>
      </p:sp>
      <p:sp>
        <p:nvSpPr>
          <p:cNvPr id="271" name="Google Shape;271;p14"/>
          <p:cNvSpPr txBox="1">
            <a:spLocks noGrp="1"/>
          </p:cNvSpPr>
          <p:nvPr>
            <p:ph type="subTitle" idx="32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>
            <a:endParaRPr/>
          </a:p>
        </p:txBody>
      </p:sp>
      <p:sp>
        <p:nvSpPr>
          <p:cNvPr id="272" name="Google Shape;272;p14"/>
          <p:cNvSpPr txBox="1">
            <a:spLocks noGrp="1"/>
          </p:cNvSpPr>
          <p:nvPr>
            <p:ph type="title" idx="33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14"/>
          <p:cNvSpPr txBox="1">
            <a:spLocks noGrp="1"/>
          </p:cNvSpPr>
          <p:nvPr>
            <p:ph type="subTitle" idx="34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14"/>
          <p:cNvSpPr txBox="1">
            <a:spLocks noGrp="1"/>
          </p:cNvSpPr>
          <p:nvPr>
            <p:ph type="subTitle" idx="35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14"/>
          <p:cNvSpPr txBox="1">
            <a:spLocks noGrp="1"/>
          </p:cNvSpPr>
          <p:nvPr>
            <p:ph type="subTitle" idx="36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31">
          <p15:clr>
            <a:srgbClr val="E46962"/>
          </p15:clr>
        </p15:guide>
        <p15:guide id="2" orient="horz" pos="2435">
          <p15:clr>
            <a:srgbClr val="E46962"/>
          </p15:clr>
        </p15:guide>
        <p15:guide id="3" orient="horz" pos="1819">
          <p15:clr>
            <a:srgbClr val="E46962"/>
          </p15:clr>
        </p15:guide>
        <p15:guide id="4" orient="horz" pos="2129">
          <p15:clr>
            <a:srgbClr val="E46962"/>
          </p15:clr>
        </p15:guide>
        <p15:guide id="5" orient="horz" pos="1510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 and folder background">
  <p:cSld name="CUSTOM_1_1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78" name="Google Shape;278;p15"/>
          <p:cNvSpPr txBox="1">
            <a:spLocks noGrp="1"/>
          </p:cNvSpPr>
          <p:nvPr>
            <p:ph type="subTitle" idx="1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15"/>
          <p:cNvSpPr txBox="1">
            <a:spLocks noGrp="1"/>
          </p:cNvSpPr>
          <p:nvPr>
            <p:ph type="subTitle" idx="2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15"/>
          <p:cNvSpPr txBox="1">
            <a:spLocks noGrp="1"/>
          </p:cNvSpPr>
          <p:nvPr>
            <p:ph type="subTitle" idx="3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15"/>
          <p:cNvSpPr txBox="1">
            <a:spLocks noGrp="1"/>
          </p:cNvSpPr>
          <p:nvPr>
            <p:ph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82" name="Google Shape;282;p15"/>
          <p:cNvSpPr txBox="1">
            <a:spLocks noGrp="1"/>
          </p:cNvSpPr>
          <p:nvPr>
            <p:ph type="subTitle" idx="4"/>
          </p:nvPr>
        </p:nvSpPr>
        <p:spPr>
          <a:xfrm>
            <a:off x="4617888" y="2276000"/>
            <a:ext cx="4291500" cy="525600"/>
          </a:xfrm>
          <a:prstGeom prst="rect">
            <a:avLst/>
          </a:prstGeom>
        </p:spPr>
        <p:txBody>
          <a:bodyPr spcFirstLastPara="1" wrap="square" lIns="180000" tIns="90000" rIns="18000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cxnSp>
        <p:nvCxnSpPr>
          <p:cNvPr id="283" name="Google Shape;283;p15"/>
          <p:cNvCxnSpPr/>
          <p:nvPr/>
        </p:nvCxnSpPr>
        <p:spPr>
          <a:xfrm rot="10800000">
            <a:off x="5397992" y="3025650"/>
            <a:ext cx="0" cy="1576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84" name="Google Shape;284;p15"/>
          <p:cNvCxnSpPr/>
          <p:nvPr/>
        </p:nvCxnSpPr>
        <p:spPr>
          <a:xfrm rot="10800000">
            <a:off x="6114201" y="3025007"/>
            <a:ext cx="0" cy="1576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85" name="Google Shape;285;p15"/>
          <p:cNvCxnSpPr/>
          <p:nvPr/>
        </p:nvCxnSpPr>
        <p:spPr>
          <a:xfrm rot="10800000">
            <a:off x="6816098" y="3025650"/>
            <a:ext cx="0" cy="1576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86" name="Google Shape;286;p15"/>
          <p:cNvCxnSpPr/>
          <p:nvPr/>
        </p:nvCxnSpPr>
        <p:spPr>
          <a:xfrm rot="10800000">
            <a:off x="7517325" y="3025650"/>
            <a:ext cx="0" cy="1576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87" name="Google Shape;287;p15"/>
          <p:cNvCxnSpPr/>
          <p:nvPr/>
        </p:nvCxnSpPr>
        <p:spPr>
          <a:xfrm rot="10800000">
            <a:off x="8218904" y="3025011"/>
            <a:ext cx="0" cy="1576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88" name="Google Shape;288;p15"/>
          <p:cNvCxnSpPr/>
          <p:nvPr/>
        </p:nvCxnSpPr>
        <p:spPr>
          <a:xfrm rot="10800000">
            <a:off x="5043384" y="4397242"/>
            <a:ext cx="3684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89" name="Google Shape;289;p15"/>
          <p:cNvCxnSpPr/>
          <p:nvPr/>
        </p:nvCxnSpPr>
        <p:spPr>
          <a:xfrm rot="10800000">
            <a:off x="5043384" y="4106948"/>
            <a:ext cx="3684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90" name="Google Shape;290;p15"/>
          <p:cNvCxnSpPr/>
          <p:nvPr/>
        </p:nvCxnSpPr>
        <p:spPr>
          <a:xfrm rot="10800000">
            <a:off x="5043384" y="3813733"/>
            <a:ext cx="3684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91" name="Google Shape;291;p15"/>
          <p:cNvCxnSpPr/>
          <p:nvPr/>
        </p:nvCxnSpPr>
        <p:spPr>
          <a:xfrm rot="10800000">
            <a:off x="5043384" y="3521491"/>
            <a:ext cx="3684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92" name="Google Shape;292;p15"/>
          <p:cNvCxnSpPr/>
          <p:nvPr/>
        </p:nvCxnSpPr>
        <p:spPr>
          <a:xfrm rot="10800000">
            <a:off x="5043384" y="3228574"/>
            <a:ext cx="3684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93" name="Google Shape;293;p15"/>
          <p:cNvCxnSpPr/>
          <p:nvPr/>
        </p:nvCxnSpPr>
        <p:spPr>
          <a:xfrm rot="10800000">
            <a:off x="5043640" y="4602364"/>
            <a:ext cx="3684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4" name="Google Shape;294;p15"/>
          <p:cNvCxnSpPr/>
          <p:nvPr/>
        </p:nvCxnSpPr>
        <p:spPr>
          <a:xfrm rot="10800000">
            <a:off x="5043455" y="3022856"/>
            <a:ext cx="0" cy="1582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5" name="Google Shape;295;p15"/>
          <p:cNvSpPr txBox="1">
            <a:spLocks noGrp="1"/>
          </p:cNvSpPr>
          <p:nvPr>
            <p:ph type="subTitle" idx="5"/>
          </p:nvPr>
        </p:nvSpPr>
        <p:spPr>
          <a:xfrm>
            <a:off x="392000" y="4601800"/>
            <a:ext cx="916500" cy="1836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96" name="Google Shape;296;p15"/>
          <p:cNvSpPr txBox="1">
            <a:spLocks noGrp="1"/>
          </p:cNvSpPr>
          <p:nvPr>
            <p:ph type="subTitle" idx="6"/>
          </p:nvPr>
        </p:nvSpPr>
        <p:spPr>
          <a:xfrm>
            <a:off x="1390838" y="4601800"/>
            <a:ext cx="916500" cy="1836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97" name="Google Shape;297;p15"/>
          <p:cNvSpPr txBox="1">
            <a:spLocks noGrp="1"/>
          </p:cNvSpPr>
          <p:nvPr>
            <p:ph type="subTitle" idx="7"/>
          </p:nvPr>
        </p:nvSpPr>
        <p:spPr>
          <a:xfrm>
            <a:off x="2389500" y="4602800"/>
            <a:ext cx="903600" cy="1836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98" name="Google Shape;298;p15"/>
          <p:cNvSpPr txBox="1">
            <a:spLocks noGrp="1"/>
          </p:cNvSpPr>
          <p:nvPr>
            <p:ph type="subTitle" idx="8"/>
          </p:nvPr>
        </p:nvSpPr>
        <p:spPr>
          <a:xfrm>
            <a:off x="3388150" y="4601800"/>
            <a:ext cx="960300" cy="1836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99" name="Google Shape;299;p15"/>
          <p:cNvSpPr txBox="1">
            <a:spLocks noGrp="1"/>
          </p:cNvSpPr>
          <p:nvPr>
            <p:ph type="subTitle" idx="9"/>
          </p:nvPr>
        </p:nvSpPr>
        <p:spPr>
          <a:xfrm>
            <a:off x="392025" y="4022425"/>
            <a:ext cx="916500" cy="579600"/>
          </a:xfrm>
          <a:prstGeom prst="rect">
            <a:avLst/>
          </a:prstGeom>
        </p:spPr>
        <p:txBody>
          <a:bodyPr spcFirstLastPara="1" wrap="square" lIns="5400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00" name="Google Shape;300;p15"/>
          <p:cNvSpPr txBox="1">
            <a:spLocks noGrp="1"/>
          </p:cNvSpPr>
          <p:nvPr>
            <p:ph type="subTitle" idx="13"/>
          </p:nvPr>
        </p:nvSpPr>
        <p:spPr>
          <a:xfrm>
            <a:off x="1391050" y="3875575"/>
            <a:ext cx="916500" cy="726600"/>
          </a:xfrm>
          <a:prstGeom prst="rect">
            <a:avLst/>
          </a:prstGeom>
        </p:spPr>
        <p:txBody>
          <a:bodyPr spcFirstLastPara="1" wrap="square" lIns="5400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01" name="Google Shape;301;p15"/>
          <p:cNvSpPr txBox="1">
            <a:spLocks noGrp="1"/>
          </p:cNvSpPr>
          <p:nvPr>
            <p:ph type="subTitle" idx="14"/>
          </p:nvPr>
        </p:nvSpPr>
        <p:spPr>
          <a:xfrm>
            <a:off x="2390200" y="3875575"/>
            <a:ext cx="916500" cy="726600"/>
          </a:xfrm>
          <a:prstGeom prst="rect">
            <a:avLst/>
          </a:prstGeom>
        </p:spPr>
        <p:txBody>
          <a:bodyPr spcFirstLastPara="1" wrap="square" lIns="5400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02" name="Google Shape;302;p15"/>
          <p:cNvSpPr txBox="1">
            <a:spLocks noGrp="1"/>
          </p:cNvSpPr>
          <p:nvPr>
            <p:ph type="subTitle" idx="15"/>
          </p:nvPr>
        </p:nvSpPr>
        <p:spPr>
          <a:xfrm>
            <a:off x="3394525" y="4022425"/>
            <a:ext cx="954000" cy="579600"/>
          </a:xfrm>
          <a:prstGeom prst="rect">
            <a:avLst/>
          </a:prstGeom>
        </p:spPr>
        <p:txBody>
          <a:bodyPr spcFirstLastPara="1" wrap="square" lIns="5400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03" name="Google Shape;303;p15"/>
          <p:cNvSpPr txBox="1">
            <a:spLocks noGrp="1"/>
          </p:cNvSpPr>
          <p:nvPr>
            <p:ph type="subTitle" idx="16"/>
          </p:nvPr>
        </p:nvSpPr>
        <p:spPr>
          <a:xfrm>
            <a:off x="227625" y="2276000"/>
            <a:ext cx="4291500" cy="525600"/>
          </a:xfrm>
          <a:prstGeom prst="rect">
            <a:avLst/>
          </a:prstGeom>
        </p:spPr>
        <p:txBody>
          <a:bodyPr spcFirstLastPara="1" wrap="square" lIns="180000" tIns="90000" rIns="18000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sp>
        <p:nvSpPr>
          <p:cNvPr id="304" name="Google Shape;304;p15"/>
          <p:cNvSpPr txBox="1">
            <a:spLocks noGrp="1"/>
          </p:cNvSpPr>
          <p:nvPr>
            <p:ph type="subTitle" idx="17"/>
          </p:nvPr>
        </p:nvSpPr>
        <p:spPr>
          <a:xfrm>
            <a:off x="5401957" y="4602450"/>
            <a:ext cx="507600" cy="1836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05" name="Google Shape;305;p15"/>
          <p:cNvSpPr txBox="1">
            <a:spLocks noGrp="1"/>
          </p:cNvSpPr>
          <p:nvPr>
            <p:ph type="subTitle" idx="18"/>
          </p:nvPr>
        </p:nvSpPr>
        <p:spPr>
          <a:xfrm>
            <a:off x="6104132" y="4602450"/>
            <a:ext cx="507600" cy="1836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06" name="Google Shape;306;p15"/>
          <p:cNvSpPr txBox="1">
            <a:spLocks noGrp="1"/>
          </p:cNvSpPr>
          <p:nvPr>
            <p:ph type="subTitle" idx="19"/>
          </p:nvPr>
        </p:nvSpPr>
        <p:spPr>
          <a:xfrm>
            <a:off x="6811663" y="4602450"/>
            <a:ext cx="507600" cy="1836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07" name="Google Shape;307;p15"/>
          <p:cNvSpPr txBox="1">
            <a:spLocks noGrp="1"/>
          </p:cNvSpPr>
          <p:nvPr>
            <p:ph type="subTitle" idx="20"/>
          </p:nvPr>
        </p:nvSpPr>
        <p:spPr>
          <a:xfrm>
            <a:off x="8220182" y="4602450"/>
            <a:ext cx="507600" cy="1836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08" name="Google Shape;308;p15"/>
          <p:cNvSpPr txBox="1">
            <a:spLocks noGrp="1"/>
          </p:cNvSpPr>
          <p:nvPr>
            <p:ph type="subTitle" idx="21"/>
          </p:nvPr>
        </p:nvSpPr>
        <p:spPr>
          <a:xfrm>
            <a:off x="7516525" y="4602450"/>
            <a:ext cx="507600" cy="1836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09" name="Google Shape;309;p15"/>
          <p:cNvSpPr txBox="1">
            <a:spLocks noGrp="1"/>
          </p:cNvSpPr>
          <p:nvPr>
            <p:ph type="subTitle" idx="22"/>
          </p:nvPr>
        </p:nvSpPr>
        <p:spPr>
          <a:xfrm>
            <a:off x="4695907" y="4059350"/>
            <a:ext cx="309600" cy="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10" name="Google Shape;310;p15"/>
          <p:cNvSpPr txBox="1">
            <a:spLocks noGrp="1"/>
          </p:cNvSpPr>
          <p:nvPr>
            <p:ph type="subTitle" idx="23"/>
          </p:nvPr>
        </p:nvSpPr>
        <p:spPr>
          <a:xfrm>
            <a:off x="4695907" y="4358875"/>
            <a:ext cx="309600" cy="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11" name="Google Shape;311;p15"/>
          <p:cNvSpPr txBox="1">
            <a:spLocks noGrp="1"/>
          </p:cNvSpPr>
          <p:nvPr>
            <p:ph type="subTitle" idx="24"/>
          </p:nvPr>
        </p:nvSpPr>
        <p:spPr>
          <a:xfrm>
            <a:off x="4695907" y="3474700"/>
            <a:ext cx="309600" cy="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12" name="Google Shape;312;p15"/>
          <p:cNvSpPr txBox="1">
            <a:spLocks noGrp="1"/>
          </p:cNvSpPr>
          <p:nvPr>
            <p:ph type="subTitle" idx="25"/>
          </p:nvPr>
        </p:nvSpPr>
        <p:spPr>
          <a:xfrm>
            <a:off x="4695907" y="3777850"/>
            <a:ext cx="309600" cy="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13" name="Google Shape;313;p15"/>
          <p:cNvSpPr txBox="1">
            <a:spLocks noGrp="1"/>
          </p:cNvSpPr>
          <p:nvPr>
            <p:ph type="subTitle" idx="26"/>
          </p:nvPr>
        </p:nvSpPr>
        <p:spPr>
          <a:xfrm>
            <a:off x="4695907" y="3181775"/>
            <a:ext cx="309600" cy="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14" name="Google Shape;314;p15"/>
          <p:cNvSpPr txBox="1">
            <a:spLocks noGrp="1"/>
          </p:cNvSpPr>
          <p:nvPr>
            <p:ph type="title" idx="27"/>
          </p:nvPr>
        </p:nvSpPr>
        <p:spPr>
          <a:xfrm>
            <a:off x="593775" y="707062"/>
            <a:ext cx="7196400" cy="615900"/>
          </a:xfrm>
          <a:prstGeom prst="rect">
            <a:avLst/>
          </a:prstGeom>
        </p:spPr>
        <p:txBody>
          <a:bodyPr spcFirstLastPara="1" wrap="square" lIns="0" tIns="0" rIns="0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s 2">
  <p:cSld name="CUSTOM_7_1_1_1_1_1_1_1_1_1_1_1_1_1_1_1_1_9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6"/>
          <p:cNvSpPr txBox="1">
            <a:spLocks noGrp="1"/>
          </p:cNvSpPr>
          <p:nvPr>
            <p:ph type="title"/>
          </p:nvPr>
        </p:nvSpPr>
        <p:spPr>
          <a:xfrm>
            <a:off x="2121700" y="637675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317" name="Google Shape;317;p16"/>
          <p:cNvSpPr txBox="1">
            <a:spLocks noGrp="1"/>
          </p:cNvSpPr>
          <p:nvPr>
            <p:ph type="title" idx="2"/>
          </p:nvPr>
        </p:nvSpPr>
        <p:spPr>
          <a:xfrm>
            <a:off x="3899225" y="637675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318" name="Google Shape;318;p16"/>
          <p:cNvSpPr txBox="1">
            <a:spLocks noGrp="1"/>
          </p:cNvSpPr>
          <p:nvPr>
            <p:ph type="title" idx="3"/>
          </p:nvPr>
        </p:nvSpPr>
        <p:spPr>
          <a:xfrm>
            <a:off x="5676475" y="637675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319" name="Google Shape;319;p16"/>
          <p:cNvSpPr txBox="1">
            <a:spLocks noGrp="1"/>
          </p:cNvSpPr>
          <p:nvPr>
            <p:ph type="title" idx="4"/>
          </p:nvPr>
        </p:nvSpPr>
        <p:spPr>
          <a:xfrm>
            <a:off x="7453725" y="637675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320" name="Google Shape;320;p16"/>
          <p:cNvSpPr txBox="1">
            <a:spLocks noGrp="1"/>
          </p:cNvSpPr>
          <p:nvPr>
            <p:ph type="title" idx="5"/>
          </p:nvPr>
        </p:nvSpPr>
        <p:spPr>
          <a:xfrm>
            <a:off x="341975" y="637675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321" name="Google Shape;321;p16"/>
          <p:cNvSpPr txBox="1">
            <a:spLocks noGrp="1"/>
          </p:cNvSpPr>
          <p:nvPr>
            <p:ph type="title" idx="6"/>
          </p:nvPr>
        </p:nvSpPr>
        <p:spPr>
          <a:xfrm>
            <a:off x="2184250" y="1183050"/>
            <a:ext cx="14403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322" name="Google Shape;322;p16"/>
          <p:cNvSpPr txBox="1">
            <a:spLocks noGrp="1"/>
          </p:cNvSpPr>
          <p:nvPr>
            <p:ph type="title" idx="7"/>
          </p:nvPr>
        </p:nvSpPr>
        <p:spPr>
          <a:xfrm>
            <a:off x="3962263" y="1183050"/>
            <a:ext cx="14403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323" name="Google Shape;323;p16"/>
          <p:cNvSpPr txBox="1">
            <a:spLocks noGrp="1"/>
          </p:cNvSpPr>
          <p:nvPr>
            <p:ph type="title" idx="8"/>
          </p:nvPr>
        </p:nvSpPr>
        <p:spPr>
          <a:xfrm>
            <a:off x="406525" y="1183050"/>
            <a:ext cx="14403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324" name="Google Shape;324;p16"/>
          <p:cNvSpPr txBox="1">
            <a:spLocks noGrp="1"/>
          </p:cNvSpPr>
          <p:nvPr>
            <p:ph type="title" idx="9"/>
          </p:nvPr>
        </p:nvSpPr>
        <p:spPr>
          <a:xfrm>
            <a:off x="5729600" y="1183050"/>
            <a:ext cx="14403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325" name="Google Shape;325;p16"/>
          <p:cNvSpPr txBox="1">
            <a:spLocks noGrp="1"/>
          </p:cNvSpPr>
          <p:nvPr>
            <p:ph type="title" idx="13"/>
          </p:nvPr>
        </p:nvSpPr>
        <p:spPr>
          <a:xfrm>
            <a:off x="7518138" y="1183050"/>
            <a:ext cx="14403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326" name="Google Shape;326;p16"/>
          <p:cNvSpPr txBox="1">
            <a:spLocks noGrp="1"/>
          </p:cNvSpPr>
          <p:nvPr>
            <p:ph type="body" idx="1"/>
          </p:nvPr>
        </p:nvSpPr>
        <p:spPr>
          <a:xfrm>
            <a:off x="223881" y="3318500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27" name="Google Shape;327;p16"/>
          <p:cNvSpPr txBox="1">
            <a:spLocks noGrp="1"/>
          </p:cNvSpPr>
          <p:nvPr>
            <p:ph type="body" idx="14"/>
          </p:nvPr>
        </p:nvSpPr>
        <p:spPr>
          <a:xfrm>
            <a:off x="2004019" y="3316400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28" name="Google Shape;328;p16"/>
          <p:cNvSpPr txBox="1">
            <a:spLocks noGrp="1"/>
          </p:cNvSpPr>
          <p:nvPr>
            <p:ph type="body" idx="15"/>
          </p:nvPr>
        </p:nvSpPr>
        <p:spPr>
          <a:xfrm>
            <a:off x="3781781" y="3317450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29" name="Google Shape;329;p16"/>
          <p:cNvSpPr txBox="1">
            <a:spLocks noGrp="1"/>
          </p:cNvSpPr>
          <p:nvPr>
            <p:ph type="body" idx="16"/>
          </p:nvPr>
        </p:nvSpPr>
        <p:spPr>
          <a:xfrm>
            <a:off x="5559956" y="3315350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30" name="Google Shape;330;p16"/>
          <p:cNvSpPr txBox="1">
            <a:spLocks noGrp="1"/>
          </p:cNvSpPr>
          <p:nvPr>
            <p:ph type="body" idx="17"/>
          </p:nvPr>
        </p:nvSpPr>
        <p:spPr>
          <a:xfrm>
            <a:off x="7341056" y="3315350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31" name="Google Shape;331;p16"/>
          <p:cNvSpPr txBox="1">
            <a:spLocks noGrp="1"/>
          </p:cNvSpPr>
          <p:nvPr>
            <p:ph type="body" idx="18"/>
          </p:nvPr>
        </p:nvSpPr>
        <p:spPr>
          <a:xfrm>
            <a:off x="223881" y="4143425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32" name="Google Shape;332;p16"/>
          <p:cNvSpPr txBox="1">
            <a:spLocks noGrp="1"/>
          </p:cNvSpPr>
          <p:nvPr>
            <p:ph type="body" idx="19"/>
          </p:nvPr>
        </p:nvSpPr>
        <p:spPr>
          <a:xfrm>
            <a:off x="2004019" y="4143425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33" name="Google Shape;333;p16"/>
          <p:cNvSpPr txBox="1">
            <a:spLocks noGrp="1"/>
          </p:cNvSpPr>
          <p:nvPr>
            <p:ph type="body" idx="20"/>
          </p:nvPr>
        </p:nvSpPr>
        <p:spPr>
          <a:xfrm>
            <a:off x="3781781" y="4143425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34" name="Google Shape;334;p16"/>
          <p:cNvSpPr txBox="1">
            <a:spLocks noGrp="1"/>
          </p:cNvSpPr>
          <p:nvPr>
            <p:ph type="body" idx="21"/>
          </p:nvPr>
        </p:nvSpPr>
        <p:spPr>
          <a:xfrm>
            <a:off x="5559956" y="4143425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35" name="Google Shape;335;p16"/>
          <p:cNvSpPr txBox="1">
            <a:spLocks noGrp="1"/>
          </p:cNvSpPr>
          <p:nvPr>
            <p:ph type="body" idx="22"/>
          </p:nvPr>
        </p:nvSpPr>
        <p:spPr>
          <a:xfrm>
            <a:off x="7341056" y="4143425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36" name="Google Shape;336;p16"/>
          <p:cNvSpPr txBox="1">
            <a:spLocks noGrp="1"/>
          </p:cNvSpPr>
          <p:nvPr>
            <p:ph type="title" idx="23"/>
          </p:nvPr>
        </p:nvSpPr>
        <p:spPr>
          <a:xfrm>
            <a:off x="3782413" y="1925063"/>
            <a:ext cx="1778700" cy="651900"/>
          </a:xfrm>
          <a:prstGeom prst="rect">
            <a:avLst/>
          </a:prstGeom>
        </p:spPr>
        <p:txBody>
          <a:bodyPr spcFirstLastPara="1" wrap="square" lIns="108000" tIns="0" rIns="108000" bIns="54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337" name="Google Shape;337;p16"/>
          <p:cNvSpPr txBox="1">
            <a:spLocks noGrp="1"/>
          </p:cNvSpPr>
          <p:nvPr>
            <p:ph type="title" idx="24"/>
          </p:nvPr>
        </p:nvSpPr>
        <p:spPr>
          <a:xfrm>
            <a:off x="2004613" y="1924013"/>
            <a:ext cx="1778700" cy="651900"/>
          </a:xfrm>
          <a:prstGeom prst="rect">
            <a:avLst/>
          </a:prstGeom>
        </p:spPr>
        <p:txBody>
          <a:bodyPr spcFirstLastPara="1" wrap="square" lIns="108000" tIns="0" rIns="108000" bIns="54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338" name="Google Shape;338;p16"/>
          <p:cNvSpPr txBox="1">
            <a:spLocks noGrp="1"/>
          </p:cNvSpPr>
          <p:nvPr>
            <p:ph type="title" idx="25"/>
          </p:nvPr>
        </p:nvSpPr>
        <p:spPr>
          <a:xfrm>
            <a:off x="227650" y="1926113"/>
            <a:ext cx="1778700" cy="651900"/>
          </a:xfrm>
          <a:prstGeom prst="rect">
            <a:avLst/>
          </a:prstGeom>
        </p:spPr>
        <p:txBody>
          <a:bodyPr spcFirstLastPara="1" wrap="square" lIns="108000" tIns="0" rIns="108000" bIns="54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339" name="Google Shape;339;p16"/>
          <p:cNvSpPr txBox="1">
            <a:spLocks noGrp="1"/>
          </p:cNvSpPr>
          <p:nvPr>
            <p:ph type="title" idx="26"/>
          </p:nvPr>
        </p:nvSpPr>
        <p:spPr>
          <a:xfrm>
            <a:off x="7340875" y="1922963"/>
            <a:ext cx="1778700" cy="651900"/>
          </a:xfrm>
          <a:prstGeom prst="rect">
            <a:avLst/>
          </a:prstGeom>
        </p:spPr>
        <p:txBody>
          <a:bodyPr spcFirstLastPara="1" wrap="square" lIns="108000" tIns="0" rIns="108000" bIns="54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340" name="Google Shape;340;p16"/>
          <p:cNvSpPr txBox="1">
            <a:spLocks noGrp="1"/>
          </p:cNvSpPr>
          <p:nvPr>
            <p:ph type="title" idx="27"/>
          </p:nvPr>
        </p:nvSpPr>
        <p:spPr>
          <a:xfrm>
            <a:off x="5559375" y="1922963"/>
            <a:ext cx="1778700" cy="651900"/>
          </a:xfrm>
          <a:prstGeom prst="rect">
            <a:avLst/>
          </a:prstGeom>
        </p:spPr>
        <p:txBody>
          <a:bodyPr spcFirstLastPara="1" wrap="square" lIns="108000" tIns="0" rIns="108000" bIns="54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341" name="Google Shape;341;p16"/>
          <p:cNvSpPr txBox="1">
            <a:spLocks noGrp="1"/>
          </p:cNvSpPr>
          <p:nvPr>
            <p:ph type="subTitle" idx="28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42" name="Google Shape;342;p16"/>
          <p:cNvSpPr txBox="1">
            <a:spLocks noGrp="1"/>
          </p:cNvSpPr>
          <p:nvPr>
            <p:ph type="body" idx="29"/>
          </p:nvPr>
        </p:nvSpPr>
        <p:spPr>
          <a:xfrm>
            <a:off x="223881" y="2490413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43" name="Google Shape;343;p16"/>
          <p:cNvSpPr txBox="1">
            <a:spLocks noGrp="1"/>
          </p:cNvSpPr>
          <p:nvPr>
            <p:ph type="body" idx="30"/>
          </p:nvPr>
        </p:nvSpPr>
        <p:spPr>
          <a:xfrm>
            <a:off x="2004019" y="2488313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44" name="Google Shape;344;p16"/>
          <p:cNvSpPr txBox="1">
            <a:spLocks noGrp="1"/>
          </p:cNvSpPr>
          <p:nvPr>
            <p:ph type="body" idx="31"/>
          </p:nvPr>
        </p:nvSpPr>
        <p:spPr>
          <a:xfrm>
            <a:off x="3781781" y="2489363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45" name="Google Shape;345;p16"/>
          <p:cNvSpPr txBox="1">
            <a:spLocks noGrp="1"/>
          </p:cNvSpPr>
          <p:nvPr>
            <p:ph type="body" idx="32"/>
          </p:nvPr>
        </p:nvSpPr>
        <p:spPr>
          <a:xfrm>
            <a:off x="5559956" y="2487263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46" name="Google Shape;346;p16"/>
          <p:cNvSpPr txBox="1">
            <a:spLocks noGrp="1"/>
          </p:cNvSpPr>
          <p:nvPr>
            <p:ph type="body" idx="33"/>
          </p:nvPr>
        </p:nvSpPr>
        <p:spPr>
          <a:xfrm>
            <a:off x="7341056" y="2487263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 1">
  <p:cSld name="CUSTOM_7_1_1_1_1_1_1_1_1_1_1_1_1_1_1_1_1_7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7"/>
          <p:cNvSpPr txBox="1">
            <a:spLocks noGrp="1"/>
          </p:cNvSpPr>
          <p:nvPr>
            <p:ph type="subTitle" idx="1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49" name="Google Shape;349;p17"/>
          <p:cNvSpPr txBox="1">
            <a:spLocks noGrp="1"/>
          </p:cNvSpPr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>
            <a:endParaRPr/>
          </a:p>
        </p:txBody>
      </p:sp>
      <p:cxnSp>
        <p:nvCxnSpPr>
          <p:cNvPr id="350" name="Google Shape;350;p17"/>
          <p:cNvCxnSpPr/>
          <p:nvPr/>
        </p:nvCxnSpPr>
        <p:spPr>
          <a:xfrm rot="10800000">
            <a:off x="1721971" y="1322379"/>
            <a:ext cx="0" cy="3222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51" name="Google Shape;351;p17"/>
          <p:cNvCxnSpPr/>
          <p:nvPr/>
        </p:nvCxnSpPr>
        <p:spPr>
          <a:xfrm rot="10800000">
            <a:off x="3185875" y="1321065"/>
            <a:ext cx="0" cy="3222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52" name="Google Shape;352;p17"/>
          <p:cNvCxnSpPr/>
          <p:nvPr/>
        </p:nvCxnSpPr>
        <p:spPr>
          <a:xfrm rot="10800000">
            <a:off x="4620526" y="1322379"/>
            <a:ext cx="0" cy="3222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53" name="Google Shape;353;p17"/>
          <p:cNvCxnSpPr/>
          <p:nvPr/>
        </p:nvCxnSpPr>
        <p:spPr>
          <a:xfrm rot="10800000">
            <a:off x="6053808" y="1322379"/>
            <a:ext cx="0" cy="3222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54" name="Google Shape;354;p17"/>
          <p:cNvCxnSpPr/>
          <p:nvPr/>
        </p:nvCxnSpPr>
        <p:spPr>
          <a:xfrm rot="10800000">
            <a:off x="7487809" y="1321073"/>
            <a:ext cx="0" cy="3222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55" name="Google Shape;355;p17"/>
          <p:cNvCxnSpPr/>
          <p:nvPr/>
        </p:nvCxnSpPr>
        <p:spPr>
          <a:xfrm rot="10800000">
            <a:off x="997162" y="4125842"/>
            <a:ext cx="7531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56" name="Google Shape;356;p17"/>
          <p:cNvCxnSpPr/>
          <p:nvPr/>
        </p:nvCxnSpPr>
        <p:spPr>
          <a:xfrm rot="10800000">
            <a:off x="997162" y="3532492"/>
            <a:ext cx="7531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57" name="Google Shape;357;p17"/>
          <p:cNvCxnSpPr/>
          <p:nvPr/>
        </p:nvCxnSpPr>
        <p:spPr>
          <a:xfrm rot="10800000">
            <a:off x="997162" y="2933172"/>
            <a:ext cx="7531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58" name="Google Shape;358;p17"/>
          <p:cNvCxnSpPr/>
          <p:nvPr/>
        </p:nvCxnSpPr>
        <p:spPr>
          <a:xfrm rot="10800000">
            <a:off x="997162" y="2335841"/>
            <a:ext cx="7531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59" name="Google Shape;359;p17"/>
          <p:cNvCxnSpPr/>
          <p:nvPr/>
        </p:nvCxnSpPr>
        <p:spPr>
          <a:xfrm rot="10800000">
            <a:off x="997162" y="1737130"/>
            <a:ext cx="7531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60" name="Google Shape;360;p17"/>
          <p:cNvCxnSpPr/>
          <p:nvPr/>
        </p:nvCxnSpPr>
        <p:spPr>
          <a:xfrm rot="10800000">
            <a:off x="997686" y="4545103"/>
            <a:ext cx="7531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1" name="Google Shape;361;p17"/>
          <p:cNvCxnSpPr/>
          <p:nvPr/>
        </p:nvCxnSpPr>
        <p:spPr>
          <a:xfrm rot="10800000">
            <a:off x="997311" y="1316605"/>
            <a:ext cx="0" cy="323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2" name="Google Shape;362;p17"/>
          <p:cNvSpPr txBox="1">
            <a:spLocks noGrp="1"/>
          </p:cNvSpPr>
          <p:nvPr>
            <p:ph type="subTitle" idx="2"/>
          </p:nvPr>
        </p:nvSpPr>
        <p:spPr>
          <a:xfrm>
            <a:off x="1730075" y="4545279"/>
            <a:ext cx="1037400" cy="3753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 b="1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9pPr>
          </a:lstStyle>
          <a:p>
            <a:endParaRPr/>
          </a:p>
        </p:txBody>
      </p:sp>
      <p:sp>
        <p:nvSpPr>
          <p:cNvPr id="363" name="Google Shape;363;p17"/>
          <p:cNvSpPr txBox="1">
            <a:spLocks noGrp="1"/>
          </p:cNvSpPr>
          <p:nvPr>
            <p:ph type="subTitle" idx="3"/>
          </p:nvPr>
        </p:nvSpPr>
        <p:spPr>
          <a:xfrm>
            <a:off x="3165294" y="4545279"/>
            <a:ext cx="1037400" cy="3753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 b="1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9pPr>
          </a:lstStyle>
          <a:p>
            <a:endParaRPr/>
          </a:p>
        </p:txBody>
      </p:sp>
      <p:sp>
        <p:nvSpPr>
          <p:cNvPr id="364" name="Google Shape;364;p17"/>
          <p:cNvSpPr txBox="1">
            <a:spLocks noGrp="1"/>
          </p:cNvSpPr>
          <p:nvPr>
            <p:ph type="subTitle" idx="4"/>
          </p:nvPr>
        </p:nvSpPr>
        <p:spPr>
          <a:xfrm>
            <a:off x="4611461" y="4545279"/>
            <a:ext cx="1037400" cy="3753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 b="1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9pPr>
          </a:lstStyle>
          <a:p>
            <a:endParaRPr/>
          </a:p>
        </p:txBody>
      </p:sp>
      <p:sp>
        <p:nvSpPr>
          <p:cNvPr id="365" name="Google Shape;365;p17"/>
          <p:cNvSpPr txBox="1">
            <a:spLocks noGrp="1"/>
          </p:cNvSpPr>
          <p:nvPr>
            <p:ph type="subTitle" idx="5"/>
          </p:nvPr>
        </p:nvSpPr>
        <p:spPr>
          <a:xfrm>
            <a:off x="7490421" y="4545279"/>
            <a:ext cx="1037400" cy="3753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 b="1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9pPr>
          </a:lstStyle>
          <a:p>
            <a:endParaRPr/>
          </a:p>
        </p:txBody>
      </p:sp>
      <p:sp>
        <p:nvSpPr>
          <p:cNvPr id="366" name="Google Shape;366;p17"/>
          <p:cNvSpPr txBox="1">
            <a:spLocks noGrp="1"/>
          </p:cNvSpPr>
          <p:nvPr>
            <p:ph type="subTitle" idx="6"/>
          </p:nvPr>
        </p:nvSpPr>
        <p:spPr>
          <a:xfrm>
            <a:off x="6052173" y="4545279"/>
            <a:ext cx="1037400" cy="3753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 b="1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9pPr>
          </a:lstStyle>
          <a:p>
            <a:endParaRPr/>
          </a:p>
        </p:txBody>
      </p:sp>
      <p:sp>
        <p:nvSpPr>
          <p:cNvPr id="367" name="Google Shape;367;p17"/>
          <p:cNvSpPr txBox="1">
            <a:spLocks noGrp="1"/>
          </p:cNvSpPr>
          <p:nvPr>
            <p:ph type="subTitle" idx="7"/>
          </p:nvPr>
        </p:nvSpPr>
        <p:spPr>
          <a:xfrm>
            <a:off x="286936" y="3435204"/>
            <a:ext cx="632700" cy="19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 b="1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9pPr>
          </a:lstStyle>
          <a:p>
            <a:endParaRPr/>
          </a:p>
        </p:txBody>
      </p:sp>
      <p:sp>
        <p:nvSpPr>
          <p:cNvPr id="368" name="Google Shape;368;p17"/>
          <p:cNvSpPr txBox="1">
            <a:spLocks noGrp="1"/>
          </p:cNvSpPr>
          <p:nvPr>
            <p:ph type="subTitle" idx="8"/>
          </p:nvPr>
        </p:nvSpPr>
        <p:spPr>
          <a:xfrm>
            <a:off x="286936" y="4047421"/>
            <a:ext cx="632700" cy="19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 b="1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9pPr>
          </a:lstStyle>
          <a:p>
            <a:endParaRPr/>
          </a:p>
        </p:txBody>
      </p:sp>
      <p:sp>
        <p:nvSpPr>
          <p:cNvPr id="369" name="Google Shape;369;p17"/>
          <p:cNvSpPr txBox="1">
            <a:spLocks noGrp="1"/>
          </p:cNvSpPr>
          <p:nvPr>
            <p:ph type="subTitle" idx="9"/>
          </p:nvPr>
        </p:nvSpPr>
        <p:spPr>
          <a:xfrm>
            <a:off x="286936" y="2240202"/>
            <a:ext cx="632700" cy="19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 b="1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9pPr>
          </a:lstStyle>
          <a:p>
            <a:endParaRPr/>
          </a:p>
        </p:txBody>
      </p:sp>
      <p:sp>
        <p:nvSpPr>
          <p:cNvPr id="370" name="Google Shape;370;p17"/>
          <p:cNvSpPr txBox="1">
            <a:spLocks noGrp="1"/>
          </p:cNvSpPr>
          <p:nvPr>
            <p:ph type="subTitle" idx="13"/>
          </p:nvPr>
        </p:nvSpPr>
        <p:spPr>
          <a:xfrm>
            <a:off x="286936" y="2859829"/>
            <a:ext cx="632700" cy="19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 b="1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9pPr>
          </a:lstStyle>
          <a:p>
            <a:endParaRPr/>
          </a:p>
        </p:txBody>
      </p:sp>
      <p:sp>
        <p:nvSpPr>
          <p:cNvPr id="371" name="Google Shape;371;p17"/>
          <p:cNvSpPr txBox="1">
            <a:spLocks noGrp="1"/>
          </p:cNvSpPr>
          <p:nvPr>
            <p:ph type="subTitle" idx="14"/>
          </p:nvPr>
        </p:nvSpPr>
        <p:spPr>
          <a:xfrm>
            <a:off x="286936" y="1641475"/>
            <a:ext cx="632700" cy="19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 b="1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 2">
  <p:cSld name="CUSTOM_7_1_1_1_1_1_1_1_1_1_1_1_1_1_1_1_1_8">
    <p:bg>
      <p:bgPr>
        <a:solidFill>
          <a:schemeClr val="dk2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8"/>
          <p:cNvSpPr txBox="1">
            <a:spLocks noGrp="1"/>
          </p:cNvSpPr>
          <p:nvPr>
            <p:ph type="body" idx="1"/>
          </p:nvPr>
        </p:nvSpPr>
        <p:spPr>
          <a:xfrm>
            <a:off x="6832625" y="4360925"/>
            <a:ext cx="2120400" cy="496800"/>
          </a:xfrm>
          <a:prstGeom prst="rect">
            <a:avLst/>
          </a:prstGeom>
        </p:spPr>
        <p:txBody>
          <a:bodyPr spcFirstLastPara="1" wrap="square" lIns="180000" tIns="54000" rIns="18000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74" name="Google Shape;374;p18"/>
          <p:cNvSpPr txBox="1">
            <a:spLocks noGrp="1"/>
          </p:cNvSpPr>
          <p:nvPr>
            <p:ph type="body" idx="2"/>
          </p:nvPr>
        </p:nvSpPr>
        <p:spPr>
          <a:xfrm>
            <a:off x="4619575" y="4360925"/>
            <a:ext cx="2120400" cy="496800"/>
          </a:xfrm>
          <a:prstGeom prst="rect">
            <a:avLst/>
          </a:prstGeom>
        </p:spPr>
        <p:txBody>
          <a:bodyPr spcFirstLastPara="1" wrap="square" lIns="180000" tIns="54000" rIns="18000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75" name="Google Shape;375;p18"/>
          <p:cNvSpPr txBox="1">
            <a:spLocks noGrp="1"/>
          </p:cNvSpPr>
          <p:nvPr>
            <p:ph type="body" idx="3"/>
          </p:nvPr>
        </p:nvSpPr>
        <p:spPr>
          <a:xfrm>
            <a:off x="2406525" y="4360925"/>
            <a:ext cx="2120400" cy="496800"/>
          </a:xfrm>
          <a:prstGeom prst="rect">
            <a:avLst/>
          </a:prstGeom>
        </p:spPr>
        <p:txBody>
          <a:bodyPr spcFirstLastPara="1" wrap="square" lIns="180000" tIns="54000" rIns="18000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76" name="Google Shape;376;p18"/>
          <p:cNvSpPr txBox="1">
            <a:spLocks noGrp="1"/>
          </p:cNvSpPr>
          <p:nvPr>
            <p:ph type="body" idx="4"/>
          </p:nvPr>
        </p:nvSpPr>
        <p:spPr>
          <a:xfrm>
            <a:off x="193475" y="4360925"/>
            <a:ext cx="2120400" cy="496800"/>
          </a:xfrm>
          <a:prstGeom prst="rect">
            <a:avLst/>
          </a:prstGeom>
        </p:spPr>
        <p:txBody>
          <a:bodyPr spcFirstLastPara="1" wrap="square" lIns="180000" tIns="54000" rIns="18000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77" name="Google Shape;377;p18"/>
          <p:cNvSpPr txBox="1">
            <a:spLocks noGrp="1"/>
          </p:cNvSpPr>
          <p:nvPr>
            <p:ph type="body" idx="5"/>
          </p:nvPr>
        </p:nvSpPr>
        <p:spPr>
          <a:xfrm>
            <a:off x="6831375" y="2557613"/>
            <a:ext cx="2120400" cy="496800"/>
          </a:xfrm>
          <a:prstGeom prst="rect">
            <a:avLst/>
          </a:prstGeom>
        </p:spPr>
        <p:txBody>
          <a:bodyPr spcFirstLastPara="1" wrap="square" lIns="180000" tIns="54000" rIns="18000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78" name="Google Shape;378;p18"/>
          <p:cNvSpPr txBox="1">
            <a:spLocks noGrp="1"/>
          </p:cNvSpPr>
          <p:nvPr>
            <p:ph type="body" idx="6"/>
          </p:nvPr>
        </p:nvSpPr>
        <p:spPr>
          <a:xfrm>
            <a:off x="4618325" y="2557613"/>
            <a:ext cx="2120400" cy="496800"/>
          </a:xfrm>
          <a:prstGeom prst="rect">
            <a:avLst/>
          </a:prstGeom>
        </p:spPr>
        <p:txBody>
          <a:bodyPr spcFirstLastPara="1" wrap="square" lIns="180000" tIns="54000" rIns="18000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79" name="Google Shape;379;p18"/>
          <p:cNvSpPr txBox="1">
            <a:spLocks noGrp="1"/>
          </p:cNvSpPr>
          <p:nvPr>
            <p:ph type="body" idx="7"/>
          </p:nvPr>
        </p:nvSpPr>
        <p:spPr>
          <a:xfrm>
            <a:off x="2405275" y="2557613"/>
            <a:ext cx="2120400" cy="496800"/>
          </a:xfrm>
          <a:prstGeom prst="rect">
            <a:avLst/>
          </a:prstGeom>
        </p:spPr>
        <p:txBody>
          <a:bodyPr spcFirstLastPara="1" wrap="square" lIns="180000" tIns="54000" rIns="18000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80" name="Google Shape;380;p18"/>
          <p:cNvSpPr txBox="1">
            <a:spLocks noGrp="1"/>
          </p:cNvSpPr>
          <p:nvPr>
            <p:ph type="body" idx="8"/>
          </p:nvPr>
        </p:nvSpPr>
        <p:spPr>
          <a:xfrm>
            <a:off x="192225" y="2557613"/>
            <a:ext cx="2120400" cy="496800"/>
          </a:xfrm>
          <a:prstGeom prst="rect">
            <a:avLst/>
          </a:prstGeom>
        </p:spPr>
        <p:txBody>
          <a:bodyPr spcFirstLastPara="1" wrap="square" lIns="180000" tIns="54000" rIns="18000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81" name="Google Shape;381;p18"/>
          <p:cNvSpPr txBox="1">
            <a:spLocks noGrp="1"/>
          </p:cNvSpPr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>
            <a:endParaRPr/>
          </a:p>
        </p:txBody>
      </p:sp>
      <p:sp>
        <p:nvSpPr>
          <p:cNvPr id="382" name="Google Shape;382;p18"/>
          <p:cNvSpPr txBox="1">
            <a:spLocks noGrp="1"/>
          </p:cNvSpPr>
          <p:nvPr>
            <p:ph type="subTitle" idx="9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83" name="Google Shape;383;p18"/>
          <p:cNvSpPr txBox="1">
            <a:spLocks noGrp="1"/>
          </p:cNvSpPr>
          <p:nvPr>
            <p:ph type="title" idx="13"/>
          </p:nvPr>
        </p:nvSpPr>
        <p:spPr>
          <a:xfrm>
            <a:off x="6996850" y="1364806"/>
            <a:ext cx="1839600" cy="77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>
            <a:endParaRPr/>
          </a:p>
        </p:txBody>
      </p:sp>
      <p:sp>
        <p:nvSpPr>
          <p:cNvPr id="384" name="Google Shape;384;p18"/>
          <p:cNvSpPr txBox="1">
            <a:spLocks noGrp="1"/>
          </p:cNvSpPr>
          <p:nvPr>
            <p:ph type="title" idx="14"/>
          </p:nvPr>
        </p:nvSpPr>
        <p:spPr>
          <a:xfrm>
            <a:off x="4783238" y="1364806"/>
            <a:ext cx="1839600" cy="77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>
            <a:endParaRPr/>
          </a:p>
        </p:txBody>
      </p:sp>
      <p:sp>
        <p:nvSpPr>
          <p:cNvPr id="385" name="Google Shape;385;p18"/>
          <p:cNvSpPr txBox="1">
            <a:spLocks noGrp="1"/>
          </p:cNvSpPr>
          <p:nvPr>
            <p:ph type="title" idx="15"/>
          </p:nvPr>
        </p:nvSpPr>
        <p:spPr>
          <a:xfrm>
            <a:off x="2546913" y="1364806"/>
            <a:ext cx="1839600" cy="77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>
            <a:endParaRPr/>
          </a:p>
        </p:txBody>
      </p:sp>
      <p:sp>
        <p:nvSpPr>
          <p:cNvPr id="386" name="Google Shape;386;p18"/>
          <p:cNvSpPr txBox="1">
            <a:spLocks noGrp="1"/>
          </p:cNvSpPr>
          <p:nvPr>
            <p:ph type="title" idx="16"/>
          </p:nvPr>
        </p:nvSpPr>
        <p:spPr>
          <a:xfrm>
            <a:off x="355638" y="1365769"/>
            <a:ext cx="1839600" cy="77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>
            <a:endParaRPr/>
          </a:p>
        </p:txBody>
      </p:sp>
      <p:sp>
        <p:nvSpPr>
          <p:cNvPr id="387" name="Google Shape;387;p18"/>
          <p:cNvSpPr txBox="1">
            <a:spLocks noGrp="1"/>
          </p:cNvSpPr>
          <p:nvPr>
            <p:ph type="title" idx="17"/>
          </p:nvPr>
        </p:nvSpPr>
        <p:spPr>
          <a:xfrm>
            <a:off x="7002200" y="3163356"/>
            <a:ext cx="1839600" cy="77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>
            <a:endParaRPr/>
          </a:p>
        </p:txBody>
      </p:sp>
      <p:sp>
        <p:nvSpPr>
          <p:cNvPr id="388" name="Google Shape;388;p18"/>
          <p:cNvSpPr txBox="1">
            <a:spLocks noGrp="1"/>
          </p:cNvSpPr>
          <p:nvPr>
            <p:ph type="title" idx="18"/>
          </p:nvPr>
        </p:nvSpPr>
        <p:spPr>
          <a:xfrm>
            <a:off x="4788588" y="3163356"/>
            <a:ext cx="1839600" cy="77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>
            <a:endParaRPr/>
          </a:p>
        </p:txBody>
      </p:sp>
      <p:sp>
        <p:nvSpPr>
          <p:cNvPr id="389" name="Google Shape;389;p18"/>
          <p:cNvSpPr txBox="1">
            <a:spLocks noGrp="1"/>
          </p:cNvSpPr>
          <p:nvPr>
            <p:ph type="title" idx="19"/>
          </p:nvPr>
        </p:nvSpPr>
        <p:spPr>
          <a:xfrm>
            <a:off x="2552263" y="3163356"/>
            <a:ext cx="1839600" cy="77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>
            <a:endParaRPr/>
          </a:p>
        </p:txBody>
      </p:sp>
      <p:sp>
        <p:nvSpPr>
          <p:cNvPr id="390" name="Google Shape;390;p18"/>
          <p:cNvSpPr txBox="1">
            <a:spLocks noGrp="1"/>
          </p:cNvSpPr>
          <p:nvPr>
            <p:ph type="title" idx="20"/>
          </p:nvPr>
        </p:nvSpPr>
        <p:spPr>
          <a:xfrm>
            <a:off x="360988" y="3164319"/>
            <a:ext cx="1839600" cy="77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 3">
  <p:cSld name="CUSTOM_7_1_1_1_1_1_1_1_1_1_1_1_1_1_1_1_1_7_1"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9"/>
          <p:cNvSpPr txBox="1">
            <a:spLocks noGrp="1"/>
          </p:cNvSpPr>
          <p:nvPr>
            <p:ph type="subTitle" idx="1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93" name="Google Shape;393;p19"/>
          <p:cNvSpPr txBox="1">
            <a:spLocks noGrp="1"/>
          </p:cNvSpPr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>
            <a:endParaRPr/>
          </a:p>
        </p:txBody>
      </p:sp>
      <p:sp>
        <p:nvSpPr>
          <p:cNvPr id="394" name="Google Shape;394;p19"/>
          <p:cNvSpPr txBox="1">
            <a:spLocks noGrp="1"/>
          </p:cNvSpPr>
          <p:nvPr>
            <p:ph type="subTitle" idx="2"/>
          </p:nvPr>
        </p:nvSpPr>
        <p:spPr>
          <a:xfrm>
            <a:off x="193100" y="3780025"/>
            <a:ext cx="16332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5" name="Google Shape;395;p19"/>
          <p:cNvSpPr txBox="1">
            <a:spLocks noGrp="1"/>
          </p:cNvSpPr>
          <p:nvPr>
            <p:ph type="subTitle" idx="3"/>
          </p:nvPr>
        </p:nvSpPr>
        <p:spPr>
          <a:xfrm>
            <a:off x="1852425" y="4067625"/>
            <a:ext cx="2529000" cy="237600"/>
          </a:xfrm>
          <a:prstGeom prst="rect">
            <a:avLst/>
          </a:prstGeom>
        </p:spPr>
        <p:txBody>
          <a:bodyPr spcFirstLastPara="1" wrap="square" lIns="5400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396" name="Google Shape;396;p19"/>
          <p:cNvSpPr txBox="1">
            <a:spLocks noGrp="1"/>
          </p:cNvSpPr>
          <p:nvPr>
            <p:ph type="subTitle" idx="4"/>
          </p:nvPr>
        </p:nvSpPr>
        <p:spPr>
          <a:xfrm>
            <a:off x="193100" y="2519863"/>
            <a:ext cx="16332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19"/>
          <p:cNvSpPr txBox="1">
            <a:spLocks noGrp="1"/>
          </p:cNvSpPr>
          <p:nvPr>
            <p:ph type="subTitle" idx="5"/>
          </p:nvPr>
        </p:nvSpPr>
        <p:spPr>
          <a:xfrm>
            <a:off x="1852425" y="2807463"/>
            <a:ext cx="2529000" cy="237600"/>
          </a:xfrm>
          <a:prstGeom prst="rect">
            <a:avLst/>
          </a:prstGeom>
        </p:spPr>
        <p:txBody>
          <a:bodyPr spcFirstLastPara="1" wrap="square" lIns="5400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19"/>
          <p:cNvSpPr txBox="1">
            <a:spLocks noGrp="1"/>
          </p:cNvSpPr>
          <p:nvPr>
            <p:ph type="subTitle" idx="6"/>
          </p:nvPr>
        </p:nvSpPr>
        <p:spPr>
          <a:xfrm>
            <a:off x="219077" y="1259725"/>
            <a:ext cx="16332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19"/>
          <p:cNvSpPr txBox="1">
            <a:spLocks noGrp="1"/>
          </p:cNvSpPr>
          <p:nvPr>
            <p:ph type="subTitle" idx="7"/>
          </p:nvPr>
        </p:nvSpPr>
        <p:spPr>
          <a:xfrm>
            <a:off x="1852425" y="1547325"/>
            <a:ext cx="2529000" cy="237600"/>
          </a:xfrm>
          <a:prstGeom prst="rect">
            <a:avLst/>
          </a:prstGeom>
        </p:spPr>
        <p:txBody>
          <a:bodyPr spcFirstLastPara="1" wrap="square" lIns="5400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19"/>
          <p:cNvSpPr txBox="1">
            <a:spLocks noGrp="1"/>
          </p:cNvSpPr>
          <p:nvPr>
            <p:ph type="body" idx="8"/>
          </p:nvPr>
        </p:nvSpPr>
        <p:spPr>
          <a:xfrm>
            <a:off x="189973" y="4665450"/>
            <a:ext cx="4345200" cy="3744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01" name="Google Shape;401;p19"/>
          <p:cNvSpPr txBox="1">
            <a:spLocks noGrp="1"/>
          </p:cNvSpPr>
          <p:nvPr>
            <p:ph type="body" idx="9"/>
          </p:nvPr>
        </p:nvSpPr>
        <p:spPr>
          <a:xfrm>
            <a:off x="189973" y="3405288"/>
            <a:ext cx="4345200" cy="3744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02" name="Google Shape;402;p19"/>
          <p:cNvSpPr txBox="1">
            <a:spLocks noGrp="1"/>
          </p:cNvSpPr>
          <p:nvPr>
            <p:ph type="body" idx="13"/>
          </p:nvPr>
        </p:nvSpPr>
        <p:spPr>
          <a:xfrm>
            <a:off x="199273" y="2145150"/>
            <a:ext cx="4345200" cy="3744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 4">
  <p:cSld name="CUSTOM_7_1_1_1_1_1_1_1_1_1_1_1_1_1_1_1_1_7_2"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0"/>
          <p:cNvSpPr txBox="1">
            <a:spLocks noGrp="1"/>
          </p:cNvSpPr>
          <p:nvPr>
            <p:ph type="subTitle" idx="1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05" name="Google Shape;405;p20"/>
          <p:cNvSpPr txBox="1">
            <a:spLocks noGrp="1"/>
          </p:cNvSpPr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>
            <a:endParaRPr/>
          </a:p>
        </p:txBody>
      </p:sp>
      <p:sp>
        <p:nvSpPr>
          <p:cNvPr id="406" name="Google Shape;406;p20"/>
          <p:cNvSpPr txBox="1">
            <a:spLocks noGrp="1"/>
          </p:cNvSpPr>
          <p:nvPr>
            <p:ph type="subTitle" idx="2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</p:spPr>
        <p:txBody>
          <a:bodyPr spcFirstLastPara="1" wrap="square" lIns="91425" tIns="36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07" name="Google Shape;407;p20"/>
          <p:cNvSpPr txBox="1">
            <a:spLocks noGrp="1"/>
          </p:cNvSpPr>
          <p:nvPr>
            <p:ph type="subTitle" idx="3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</p:spPr>
        <p:txBody>
          <a:bodyPr spcFirstLastPara="1" wrap="square" lIns="91425" tIns="36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08" name="Google Shape;408;p20"/>
          <p:cNvSpPr txBox="1">
            <a:spLocks noGrp="1"/>
          </p:cNvSpPr>
          <p:nvPr>
            <p:ph type="subTitle" idx="4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</p:spPr>
        <p:txBody>
          <a:bodyPr spcFirstLastPara="1" wrap="square" lIns="91425" tIns="36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09" name="Google Shape;409;p20"/>
          <p:cNvSpPr txBox="1">
            <a:spLocks noGrp="1"/>
          </p:cNvSpPr>
          <p:nvPr>
            <p:ph type="subTitle" idx="5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</p:spPr>
        <p:txBody>
          <a:bodyPr spcFirstLastPara="1" wrap="square" lIns="91425" tIns="36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10" name="Google Shape;410;p20"/>
          <p:cNvSpPr txBox="1">
            <a:spLocks noGrp="1"/>
          </p:cNvSpPr>
          <p:nvPr>
            <p:ph type="subTitle" idx="6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</p:spPr>
        <p:txBody>
          <a:bodyPr spcFirstLastPara="1" wrap="square" lIns="91425" tIns="36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11" name="Google Shape;411;p20"/>
          <p:cNvSpPr txBox="1">
            <a:spLocks noGrp="1"/>
          </p:cNvSpPr>
          <p:nvPr>
            <p:ph type="subTitle" idx="7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</p:spPr>
        <p:txBody>
          <a:bodyPr spcFirstLastPara="1" wrap="square" lIns="91425" tIns="36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12" name="Google Shape;412;p20"/>
          <p:cNvSpPr txBox="1">
            <a:spLocks noGrp="1"/>
          </p:cNvSpPr>
          <p:nvPr>
            <p:ph type="subTitle" idx="8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</p:spPr>
        <p:txBody>
          <a:bodyPr spcFirstLastPara="1" wrap="square" lIns="0" tIns="90000" rIns="0" bIns="108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p20"/>
          <p:cNvSpPr txBox="1">
            <a:spLocks noGrp="1"/>
          </p:cNvSpPr>
          <p:nvPr>
            <p:ph type="subTitle" idx="9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</p:spPr>
        <p:txBody>
          <a:bodyPr spcFirstLastPara="1" wrap="square" lIns="0" tIns="90000" rIns="0" bIns="108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14" name="Google Shape;414;p20"/>
          <p:cNvSpPr txBox="1">
            <a:spLocks noGrp="1"/>
          </p:cNvSpPr>
          <p:nvPr>
            <p:ph type="subTitle" idx="13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</p:spPr>
        <p:txBody>
          <a:bodyPr spcFirstLastPara="1" wrap="square" lIns="0" tIns="90000" rIns="0" bIns="108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15" name="Google Shape;415;p20"/>
          <p:cNvSpPr txBox="1">
            <a:spLocks noGrp="1"/>
          </p:cNvSpPr>
          <p:nvPr>
            <p:ph type="subTitle" idx="14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</p:spPr>
        <p:txBody>
          <a:bodyPr spcFirstLastPara="1" wrap="square" lIns="0" tIns="90000" rIns="0" bIns="108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16" name="Google Shape;416;p20"/>
          <p:cNvSpPr txBox="1">
            <a:spLocks noGrp="1"/>
          </p:cNvSpPr>
          <p:nvPr>
            <p:ph type="subTitle" idx="15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</p:spPr>
        <p:txBody>
          <a:bodyPr spcFirstLastPara="1" wrap="square" lIns="0" tIns="90000" rIns="0" bIns="108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17" name="Google Shape;417;p20"/>
          <p:cNvSpPr txBox="1">
            <a:spLocks noGrp="1"/>
          </p:cNvSpPr>
          <p:nvPr>
            <p:ph type="subTitle" idx="16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</p:spPr>
        <p:txBody>
          <a:bodyPr spcFirstLastPara="1" wrap="square" lIns="0" tIns="90000" rIns="0" bIns="108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18" name="Google Shape;418;p20"/>
          <p:cNvSpPr txBox="1">
            <a:spLocks noGrp="1"/>
          </p:cNvSpPr>
          <p:nvPr>
            <p:ph type="body" idx="17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</p:spPr>
        <p:txBody>
          <a:bodyPr spcFirstLastPara="1" wrap="square" lIns="0" tIns="90000" rIns="0" bIns="108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19" name="Google Shape;419;p20"/>
          <p:cNvSpPr txBox="1">
            <a:spLocks noGrp="1"/>
          </p:cNvSpPr>
          <p:nvPr>
            <p:ph type="body" idx="18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</p:spPr>
        <p:txBody>
          <a:bodyPr spcFirstLastPara="1" wrap="square" lIns="0" tIns="90000" rIns="0" bIns="108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20" name="Google Shape;420;p20"/>
          <p:cNvSpPr txBox="1">
            <a:spLocks noGrp="1"/>
          </p:cNvSpPr>
          <p:nvPr>
            <p:ph type="body" idx="19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</p:spPr>
        <p:txBody>
          <a:bodyPr spcFirstLastPara="1" wrap="square" lIns="0" tIns="90000" rIns="0" bIns="108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21" name="Google Shape;421;p20"/>
          <p:cNvSpPr txBox="1">
            <a:spLocks noGrp="1"/>
          </p:cNvSpPr>
          <p:nvPr>
            <p:ph type="body" idx="20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</p:spPr>
        <p:txBody>
          <a:bodyPr spcFirstLastPara="1" wrap="square" lIns="0" tIns="90000" rIns="0" bIns="108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22" name="Google Shape;422;p20"/>
          <p:cNvSpPr txBox="1">
            <a:spLocks noGrp="1"/>
          </p:cNvSpPr>
          <p:nvPr>
            <p:ph type="body" idx="21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</p:spPr>
        <p:txBody>
          <a:bodyPr spcFirstLastPara="1" wrap="square" lIns="0" tIns="90000" rIns="0" bIns="108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23" name="Google Shape;423;p20"/>
          <p:cNvSpPr txBox="1">
            <a:spLocks noGrp="1"/>
          </p:cNvSpPr>
          <p:nvPr>
            <p:ph type="body" idx="22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</p:spPr>
        <p:txBody>
          <a:bodyPr spcFirstLastPara="1" wrap="square" lIns="0" tIns="90000" rIns="0" bIns="108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and folder background 2">
  <p:cSld name="CUSTOM_1_1_1_1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1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26" name="Google Shape;426;p21"/>
          <p:cNvSpPr txBox="1">
            <a:spLocks noGrp="1"/>
          </p:cNvSpPr>
          <p:nvPr>
            <p:ph type="subTitle" idx="1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27" name="Google Shape;427;p21"/>
          <p:cNvSpPr txBox="1">
            <a:spLocks noGrp="1"/>
          </p:cNvSpPr>
          <p:nvPr>
            <p:ph type="subTitle" idx="2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28" name="Google Shape;428;p21"/>
          <p:cNvSpPr txBox="1">
            <a:spLocks noGrp="1"/>
          </p:cNvSpPr>
          <p:nvPr>
            <p:ph type="subTitle" idx="3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29" name="Google Shape;429;p21"/>
          <p:cNvSpPr txBox="1">
            <a:spLocks noGrp="1"/>
          </p:cNvSpPr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430" name="Google Shape;430;p21"/>
          <p:cNvSpPr txBox="1">
            <a:spLocks noGrp="1"/>
          </p:cNvSpPr>
          <p:nvPr>
            <p:ph type="subTitle" idx="4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</p:spPr>
        <p:txBody>
          <a:bodyPr spcFirstLastPara="1" wrap="square" lIns="91425" tIns="36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1" name="Google Shape;431;p21"/>
          <p:cNvSpPr txBox="1">
            <a:spLocks noGrp="1"/>
          </p:cNvSpPr>
          <p:nvPr>
            <p:ph type="subTitle" idx="5"/>
          </p:nvPr>
        </p:nvSpPr>
        <p:spPr>
          <a:xfrm>
            <a:off x="1758250" y="1663775"/>
            <a:ext cx="2336400" cy="374400"/>
          </a:xfrm>
          <a:prstGeom prst="rect">
            <a:avLst/>
          </a:prstGeom>
        </p:spPr>
        <p:txBody>
          <a:bodyPr spcFirstLastPara="1" wrap="square" lIns="91425" tIns="36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2" name="Google Shape;432;p21"/>
          <p:cNvSpPr txBox="1">
            <a:spLocks noGrp="1"/>
          </p:cNvSpPr>
          <p:nvPr>
            <p:ph type="subTitle" idx="6"/>
          </p:nvPr>
        </p:nvSpPr>
        <p:spPr>
          <a:xfrm>
            <a:off x="1758250" y="2340600"/>
            <a:ext cx="2336400" cy="374400"/>
          </a:xfrm>
          <a:prstGeom prst="rect">
            <a:avLst/>
          </a:prstGeom>
        </p:spPr>
        <p:txBody>
          <a:bodyPr spcFirstLastPara="1" wrap="square" lIns="91425" tIns="36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3" name="Google Shape;433;p21"/>
          <p:cNvSpPr txBox="1">
            <a:spLocks noGrp="1"/>
          </p:cNvSpPr>
          <p:nvPr>
            <p:ph type="subTitle" idx="7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</p:spPr>
        <p:txBody>
          <a:bodyPr spcFirstLastPara="1" wrap="square" lIns="91425" tIns="36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21"/>
          <p:cNvSpPr txBox="1">
            <a:spLocks noGrp="1"/>
          </p:cNvSpPr>
          <p:nvPr>
            <p:ph type="subTitle" idx="8"/>
          </p:nvPr>
        </p:nvSpPr>
        <p:spPr>
          <a:xfrm>
            <a:off x="1758250" y="4367075"/>
            <a:ext cx="2336400" cy="374400"/>
          </a:xfrm>
          <a:prstGeom prst="rect">
            <a:avLst/>
          </a:prstGeom>
        </p:spPr>
        <p:txBody>
          <a:bodyPr spcFirstLastPara="1" wrap="square" lIns="91425" tIns="36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21"/>
          <p:cNvSpPr txBox="1">
            <a:spLocks noGrp="1"/>
          </p:cNvSpPr>
          <p:nvPr>
            <p:ph type="subTitle" idx="9"/>
          </p:nvPr>
        </p:nvSpPr>
        <p:spPr>
          <a:xfrm>
            <a:off x="228148" y="3019975"/>
            <a:ext cx="810000" cy="374400"/>
          </a:xfrm>
          <a:prstGeom prst="rect">
            <a:avLst/>
          </a:prstGeom>
        </p:spPr>
        <p:txBody>
          <a:bodyPr spcFirstLastPara="1" wrap="square" lIns="0" tIns="72000" rIns="0" bIns="108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21"/>
          <p:cNvSpPr txBox="1">
            <a:spLocks noGrp="1"/>
          </p:cNvSpPr>
          <p:nvPr>
            <p:ph type="subTitle" idx="13"/>
          </p:nvPr>
        </p:nvSpPr>
        <p:spPr>
          <a:xfrm>
            <a:off x="228148" y="1666050"/>
            <a:ext cx="810000" cy="374400"/>
          </a:xfrm>
          <a:prstGeom prst="rect">
            <a:avLst/>
          </a:prstGeom>
        </p:spPr>
        <p:txBody>
          <a:bodyPr spcFirstLastPara="1" wrap="square" lIns="0" tIns="72000" rIns="0" bIns="108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21"/>
          <p:cNvSpPr txBox="1">
            <a:spLocks noGrp="1"/>
          </p:cNvSpPr>
          <p:nvPr>
            <p:ph type="subTitle" idx="14"/>
          </p:nvPr>
        </p:nvSpPr>
        <p:spPr>
          <a:xfrm>
            <a:off x="228148" y="2342875"/>
            <a:ext cx="810000" cy="374400"/>
          </a:xfrm>
          <a:prstGeom prst="rect">
            <a:avLst/>
          </a:prstGeom>
        </p:spPr>
        <p:txBody>
          <a:bodyPr spcFirstLastPara="1" wrap="square" lIns="0" tIns="72000" rIns="0" bIns="108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38" name="Google Shape;438;p21"/>
          <p:cNvSpPr txBox="1">
            <a:spLocks noGrp="1"/>
          </p:cNvSpPr>
          <p:nvPr>
            <p:ph type="subTitle" idx="15"/>
          </p:nvPr>
        </p:nvSpPr>
        <p:spPr>
          <a:xfrm>
            <a:off x="228148" y="3697075"/>
            <a:ext cx="810000" cy="374400"/>
          </a:xfrm>
          <a:prstGeom prst="rect">
            <a:avLst/>
          </a:prstGeom>
        </p:spPr>
        <p:txBody>
          <a:bodyPr spcFirstLastPara="1" wrap="square" lIns="0" tIns="72000" rIns="0" bIns="108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39" name="Google Shape;439;p21"/>
          <p:cNvSpPr txBox="1">
            <a:spLocks noGrp="1"/>
          </p:cNvSpPr>
          <p:nvPr>
            <p:ph type="subTitle" idx="16"/>
          </p:nvPr>
        </p:nvSpPr>
        <p:spPr>
          <a:xfrm>
            <a:off x="228148" y="4369350"/>
            <a:ext cx="810000" cy="374400"/>
          </a:xfrm>
          <a:prstGeom prst="rect">
            <a:avLst/>
          </a:prstGeom>
        </p:spPr>
        <p:txBody>
          <a:bodyPr spcFirstLastPara="1" wrap="square" lIns="0" tIns="72000" rIns="0" bIns="108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21"/>
          <p:cNvSpPr txBox="1">
            <a:spLocks noGrp="1"/>
          </p:cNvSpPr>
          <p:nvPr>
            <p:ph type="title" idx="17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21"/>
          <p:cNvSpPr txBox="1">
            <a:spLocks noGrp="1"/>
          </p:cNvSpPr>
          <p:nvPr>
            <p:ph type="body" idx="18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</p:spPr>
        <p:txBody>
          <a:bodyPr spcFirstLastPara="1" wrap="square" lIns="91425" tIns="72000" rIns="91425" bIns="108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42" name="Google Shape;442;p21"/>
          <p:cNvSpPr txBox="1">
            <a:spLocks noGrp="1"/>
          </p:cNvSpPr>
          <p:nvPr>
            <p:ph type="body" idx="19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</p:spPr>
        <p:txBody>
          <a:bodyPr spcFirstLastPara="1" wrap="square" lIns="91425" tIns="72000" rIns="91425" bIns="108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43" name="Google Shape;443;p21"/>
          <p:cNvSpPr txBox="1">
            <a:spLocks noGrp="1"/>
          </p:cNvSpPr>
          <p:nvPr>
            <p:ph type="body" idx="20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</p:spPr>
        <p:txBody>
          <a:bodyPr spcFirstLastPara="1" wrap="square" lIns="91425" tIns="72000" rIns="91425" bIns="108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44" name="Google Shape;444;p21"/>
          <p:cNvSpPr txBox="1">
            <a:spLocks noGrp="1"/>
          </p:cNvSpPr>
          <p:nvPr>
            <p:ph type="body" idx="21"/>
          </p:nvPr>
        </p:nvSpPr>
        <p:spPr>
          <a:xfrm>
            <a:off x="4571300" y="2340600"/>
            <a:ext cx="4345200" cy="374400"/>
          </a:xfrm>
          <a:prstGeom prst="rect">
            <a:avLst/>
          </a:prstGeom>
        </p:spPr>
        <p:txBody>
          <a:bodyPr spcFirstLastPara="1" wrap="square" lIns="91425" tIns="72000" rIns="91425" bIns="108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45" name="Google Shape;445;p21"/>
          <p:cNvSpPr txBox="1">
            <a:spLocks noGrp="1"/>
          </p:cNvSpPr>
          <p:nvPr>
            <p:ph type="body" idx="22"/>
          </p:nvPr>
        </p:nvSpPr>
        <p:spPr>
          <a:xfrm>
            <a:off x="4571300" y="1663775"/>
            <a:ext cx="4345200" cy="374400"/>
          </a:xfrm>
          <a:prstGeom prst="rect">
            <a:avLst/>
          </a:prstGeom>
        </p:spPr>
        <p:txBody>
          <a:bodyPr spcFirstLastPara="1" wrap="square" lIns="91425" tIns="72000" rIns="91425" bIns="108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and folder background 3">
  <p:cSld name="CUSTOM_1_1_1_1_1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2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48" name="Google Shape;448;p22"/>
          <p:cNvSpPr/>
          <p:nvPr/>
        </p:nvSpPr>
        <p:spPr>
          <a:xfrm>
            <a:off x="2380538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49" name="Google Shape;449;p22"/>
          <p:cNvSpPr/>
          <p:nvPr/>
        </p:nvSpPr>
        <p:spPr>
          <a:xfrm>
            <a:off x="3825863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50" name="Google Shape;450;p22"/>
          <p:cNvSpPr txBox="1">
            <a:spLocks noGrp="1"/>
          </p:cNvSpPr>
          <p:nvPr>
            <p:ph type="subTitle" idx="1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51" name="Google Shape;451;p22"/>
          <p:cNvSpPr txBox="1">
            <a:spLocks noGrp="1"/>
          </p:cNvSpPr>
          <p:nvPr>
            <p:ph type="subTitle" idx="2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grpSp>
        <p:nvGrpSpPr>
          <p:cNvPr id="452" name="Google Shape;452;p22"/>
          <p:cNvGrpSpPr/>
          <p:nvPr/>
        </p:nvGrpSpPr>
        <p:grpSpPr>
          <a:xfrm>
            <a:off x="-2450" y="131788"/>
            <a:ext cx="9144000" cy="5011712"/>
            <a:chOff x="-2450" y="131788"/>
            <a:chExt cx="9144000" cy="5011712"/>
          </a:xfrm>
        </p:grpSpPr>
        <p:sp>
          <p:nvSpPr>
            <p:cNvPr id="453" name="Google Shape;453;p22"/>
            <p:cNvSpPr/>
            <p:nvPr/>
          </p:nvSpPr>
          <p:spPr>
            <a:xfrm>
              <a:off x="-2450" y="486600"/>
              <a:ext cx="9144000" cy="4656900"/>
            </a:xfrm>
            <a:prstGeom prst="roundRect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54" name="Google Shape;454;p22"/>
            <p:cNvSpPr/>
            <p:nvPr/>
          </p:nvSpPr>
          <p:spPr>
            <a:xfrm>
              <a:off x="5278763" y="131788"/>
              <a:ext cx="2245995" cy="360013"/>
            </a:xfrm>
            <a:custGeom>
              <a:avLst/>
              <a:gdLst/>
              <a:ahLst/>
              <a:cxnLst/>
              <a:rect l="l" t="t" r="r" b="b"/>
              <a:pathLst>
                <a:path w="285750" h="45745" extrusionOk="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455" name="Google Shape;455;p22"/>
          <p:cNvSpPr txBox="1">
            <a:spLocks noGrp="1"/>
          </p:cNvSpPr>
          <p:nvPr>
            <p:ph type="subTitle" idx="3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56" name="Google Shape;456;p22"/>
          <p:cNvSpPr txBox="1">
            <a:spLocks noGrp="1"/>
          </p:cNvSpPr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457" name="Google Shape;457;p22"/>
          <p:cNvSpPr txBox="1">
            <a:spLocks noGrp="1"/>
          </p:cNvSpPr>
          <p:nvPr>
            <p:ph type="subTitle" idx="4"/>
          </p:nvPr>
        </p:nvSpPr>
        <p:spPr>
          <a:xfrm>
            <a:off x="229085" y="1666050"/>
            <a:ext cx="1170000" cy="374400"/>
          </a:xfrm>
          <a:prstGeom prst="rect">
            <a:avLst/>
          </a:prstGeom>
        </p:spPr>
        <p:txBody>
          <a:bodyPr spcFirstLastPara="1" wrap="square" lIns="0" tIns="72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58" name="Google Shape;458;p22"/>
          <p:cNvSpPr txBox="1">
            <a:spLocks noGrp="1"/>
          </p:cNvSpPr>
          <p:nvPr>
            <p:ph type="subTitle" idx="5"/>
          </p:nvPr>
        </p:nvSpPr>
        <p:spPr>
          <a:xfrm>
            <a:off x="229085" y="2341863"/>
            <a:ext cx="1170000" cy="374400"/>
          </a:xfrm>
          <a:prstGeom prst="rect">
            <a:avLst/>
          </a:prstGeom>
        </p:spPr>
        <p:txBody>
          <a:bodyPr spcFirstLastPara="1" wrap="square" lIns="0" tIns="72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59" name="Google Shape;459;p22"/>
          <p:cNvSpPr txBox="1">
            <a:spLocks noGrp="1"/>
          </p:cNvSpPr>
          <p:nvPr>
            <p:ph type="subTitle" idx="6"/>
          </p:nvPr>
        </p:nvSpPr>
        <p:spPr>
          <a:xfrm>
            <a:off x="229085" y="3018975"/>
            <a:ext cx="1170000" cy="374400"/>
          </a:xfrm>
          <a:prstGeom prst="rect">
            <a:avLst/>
          </a:prstGeom>
        </p:spPr>
        <p:txBody>
          <a:bodyPr spcFirstLastPara="1" wrap="square" lIns="0" tIns="72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60" name="Google Shape;460;p22"/>
          <p:cNvSpPr txBox="1">
            <a:spLocks noGrp="1"/>
          </p:cNvSpPr>
          <p:nvPr>
            <p:ph type="subTitle" idx="7"/>
          </p:nvPr>
        </p:nvSpPr>
        <p:spPr>
          <a:xfrm>
            <a:off x="229085" y="3694788"/>
            <a:ext cx="1170000" cy="374400"/>
          </a:xfrm>
          <a:prstGeom prst="rect">
            <a:avLst/>
          </a:prstGeom>
        </p:spPr>
        <p:txBody>
          <a:bodyPr spcFirstLastPara="1" wrap="square" lIns="0" tIns="72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61" name="Google Shape;461;p22"/>
          <p:cNvSpPr txBox="1">
            <a:spLocks noGrp="1"/>
          </p:cNvSpPr>
          <p:nvPr>
            <p:ph type="subTitle" idx="8"/>
          </p:nvPr>
        </p:nvSpPr>
        <p:spPr>
          <a:xfrm>
            <a:off x="229085" y="4371888"/>
            <a:ext cx="1170000" cy="374400"/>
          </a:xfrm>
          <a:prstGeom prst="rect">
            <a:avLst/>
          </a:prstGeom>
        </p:spPr>
        <p:txBody>
          <a:bodyPr spcFirstLastPara="1" wrap="square" lIns="0" tIns="72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62" name="Google Shape;462;p22"/>
          <p:cNvSpPr txBox="1">
            <a:spLocks noGrp="1"/>
          </p:cNvSpPr>
          <p:nvPr>
            <p:ph type="title" idx="9"/>
          </p:nvPr>
        </p:nvSpPr>
        <p:spPr>
          <a:xfrm>
            <a:off x="596525" y="753324"/>
            <a:ext cx="7062000" cy="683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3" name="Google Shape;463;p22"/>
          <p:cNvSpPr txBox="1">
            <a:spLocks noGrp="1"/>
          </p:cNvSpPr>
          <p:nvPr>
            <p:ph type="subTitle" idx="13"/>
          </p:nvPr>
        </p:nvSpPr>
        <p:spPr>
          <a:xfrm>
            <a:off x="7916986" y="1436834"/>
            <a:ext cx="810000" cy="226800"/>
          </a:xfrm>
          <a:prstGeom prst="rect">
            <a:avLst/>
          </a:prstGeom>
        </p:spPr>
        <p:txBody>
          <a:bodyPr spcFirstLastPara="1" wrap="square" lIns="90000" tIns="0" rIns="0" bIns="72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64" name="Google Shape;464;p22"/>
          <p:cNvSpPr txBox="1">
            <a:spLocks noGrp="1"/>
          </p:cNvSpPr>
          <p:nvPr>
            <p:ph type="subTitle" idx="14"/>
          </p:nvPr>
        </p:nvSpPr>
        <p:spPr>
          <a:xfrm>
            <a:off x="6689861" y="1436834"/>
            <a:ext cx="810000" cy="226800"/>
          </a:xfrm>
          <a:prstGeom prst="rect">
            <a:avLst/>
          </a:prstGeom>
        </p:spPr>
        <p:txBody>
          <a:bodyPr spcFirstLastPara="1" wrap="square" lIns="90000" tIns="0" rIns="0" bIns="72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65" name="Google Shape;465;p22"/>
          <p:cNvSpPr txBox="1">
            <a:spLocks noGrp="1"/>
          </p:cNvSpPr>
          <p:nvPr>
            <p:ph type="subTitle" idx="15"/>
          </p:nvPr>
        </p:nvSpPr>
        <p:spPr>
          <a:xfrm>
            <a:off x="5462861" y="1436834"/>
            <a:ext cx="810000" cy="226800"/>
          </a:xfrm>
          <a:prstGeom prst="rect">
            <a:avLst/>
          </a:prstGeom>
        </p:spPr>
        <p:txBody>
          <a:bodyPr spcFirstLastPara="1" wrap="square" lIns="90000" tIns="0" rIns="0" bIns="72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22"/>
          <p:cNvSpPr txBox="1">
            <a:spLocks noGrp="1"/>
          </p:cNvSpPr>
          <p:nvPr>
            <p:ph type="subTitle" idx="16"/>
          </p:nvPr>
        </p:nvSpPr>
        <p:spPr>
          <a:xfrm>
            <a:off x="4235836" y="1436834"/>
            <a:ext cx="810000" cy="226800"/>
          </a:xfrm>
          <a:prstGeom prst="rect">
            <a:avLst/>
          </a:prstGeom>
        </p:spPr>
        <p:txBody>
          <a:bodyPr spcFirstLastPara="1" wrap="square" lIns="90000" tIns="0" rIns="0" bIns="72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22"/>
          <p:cNvSpPr txBox="1">
            <a:spLocks noGrp="1"/>
          </p:cNvSpPr>
          <p:nvPr>
            <p:ph type="subTitle" idx="17"/>
          </p:nvPr>
        </p:nvSpPr>
        <p:spPr>
          <a:xfrm>
            <a:off x="3008011" y="1436834"/>
            <a:ext cx="810000" cy="226800"/>
          </a:xfrm>
          <a:prstGeom prst="rect">
            <a:avLst/>
          </a:prstGeom>
        </p:spPr>
        <p:txBody>
          <a:bodyPr spcFirstLastPara="1" wrap="square" lIns="90000" tIns="0" rIns="0" bIns="72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22"/>
          <p:cNvSpPr txBox="1">
            <a:spLocks noGrp="1"/>
          </p:cNvSpPr>
          <p:nvPr>
            <p:ph type="subTitle" idx="18"/>
          </p:nvPr>
        </p:nvSpPr>
        <p:spPr>
          <a:xfrm>
            <a:off x="1781686" y="1436834"/>
            <a:ext cx="810000" cy="226800"/>
          </a:xfrm>
          <a:prstGeom prst="rect">
            <a:avLst/>
          </a:prstGeom>
        </p:spPr>
        <p:txBody>
          <a:bodyPr spcFirstLastPara="1" wrap="square" lIns="90000" tIns="0" rIns="0" bIns="72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er">
  <p:cSld name="CUSTOM_3"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1" name="Google Shape;471;p23"/>
          <p:cNvSpPr txBox="1">
            <a:spLocks noGrp="1"/>
          </p:cNvSpPr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>
            <a:endParaRPr/>
          </a:p>
        </p:txBody>
      </p:sp>
      <p:sp>
        <p:nvSpPr>
          <p:cNvPr id="472" name="Google Shape;472;p23"/>
          <p:cNvSpPr txBox="1">
            <a:spLocks noGrp="1"/>
          </p:cNvSpPr>
          <p:nvPr>
            <p:ph type="body" idx="1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spcFirstLastPara="1" wrap="square" lIns="0" tIns="0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>
            <a:endParaRPr/>
          </a:p>
        </p:txBody>
      </p:sp>
      <p:sp>
        <p:nvSpPr>
          <p:cNvPr id="473" name="Google Shape;473;p23"/>
          <p:cNvSpPr txBox="1">
            <a:spLocks noGrp="1"/>
          </p:cNvSpPr>
          <p:nvPr>
            <p:ph type="subTitle" idx="2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4" name="Google Shape;474;p23"/>
          <p:cNvSpPr txBox="1">
            <a:spLocks noGrp="1"/>
          </p:cNvSpPr>
          <p:nvPr>
            <p:ph type="subTitle" idx="3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er 1">
  <p:cSld name="CUSTOM_3_1">
    <p:bg>
      <p:bgPr>
        <a:solidFill>
          <a:schemeClr val="dk2"/>
        </a:solidFill>
        <a:effectLst/>
      </p:bgPr>
    </p:bg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7" name="Google Shape;477;p24"/>
          <p:cNvSpPr txBox="1">
            <a:spLocks noGrp="1"/>
          </p:cNvSpPr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>
            <a:endParaRPr/>
          </a:p>
        </p:txBody>
      </p:sp>
      <p:sp>
        <p:nvSpPr>
          <p:cNvPr id="478" name="Google Shape;478;p24"/>
          <p:cNvSpPr txBox="1">
            <a:spLocks noGrp="1"/>
          </p:cNvSpPr>
          <p:nvPr>
            <p:ph type="body" idx="1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spcFirstLastPara="1" wrap="square" lIns="0" tIns="0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>
            <a:endParaRPr/>
          </a:p>
        </p:txBody>
      </p:sp>
      <p:sp>
        <p:nvSpPr>
          <p:cNvPr id="479" name="Google Shape;479;p24"/>
          <p:cNvSpPr txBox="1">
            <a:spLocks noGrp="1"/>
          </p:cNvSpPr>
          <p:nvPr>
            <p:ph type="subTitle" idx="2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0" name="Google Shape;480;p24"/>
          <p:cNvSpPr txBox="1">
            <a:spLocks noGrp="1"/>
          </p:cNvSpPr>
          <p:nvPr>
            <p:ph type="subTitle" idx="3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s 1 1">
  <p:cSld name="CUSTOM_7_1_1_1_1_1_1_1_1_1_1_1_1_1_1_1_1_6_1"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5"/>
          <p:cNvSpPr txBox="1">
            <a:spLocks noGrp="1"/>
          </p:cNvSpPr>
          <p:nvPr>
            <p:ph type="title"/>
          </p:nvPr>
        </p:nvSpPr>
        <p:spPr>
          <a:xfrm>
            <a:off x="2184250" y="1632575"/>
            <a:ext cx="14403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483" name="Google Shape;483;p25"/>
          <p:cNvSpPr txBox="1">
            <a:spLocks noGrp="1"/>
          </p:cNvSpPr>
          <p:nvPr>
            <p:ph type="title" idx="2"/>
          </p:nvPr>
        </p:nvSpPr>
        <p:spPr>
          <a:xfrm>
            <a:off x="3962263" y="1632575"/>
            <a:ext cx="14403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484" name="Google Shape;484;p25"/>
          <p:cNvSpPr txBox="1">
            <a:spLocks noGrp="1"/>
          </p:cNvSpPr>
          <p:nvPr>
            <p:ph type="title" idx="3"/>
          </p:nvPr>
        </p:nvSpPr>
        <p:spPr>
          <a:xfrm>
            <a:off x="406525" y="1632575"/>
            <a:ext cx="14403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485" name="Google Shape;485;p25"/>
          <p:cNvSpPr txBox="1">
            <a:spLocks noGrp="1"/>
          </p:cNvSpPr>
          <p:nvPr>
            <p:ph type="title" idx="4"/>
          </p:nvPr>
        </p:nvSpPr>
        <p:spPr>
          <a:xfrm>
            <a:off x="5729600" y="1632575"/>
            <a:ext cx="14403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486" name="Google Shape;486;p25"/>
          <p:cNvSpPr txBox="1">
            <a:spLocks noGrp="1"/>
          </p:cNvSpPr>
          <p:nvPr>
            <p:ph type="title" idx="5"/>
          </p:nvPr>
        </p:nvSpPr>
        <p:spPr>
          <a:xfrm>
            <a:off x="7518138" y="1632575"/>
            <a:ext cx="14403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487" name="Google Shape;487;p25"/>
          <p:cNvSpPr txBox="1">
            <a:spLocks noGrp="1"/>
          </p:cNvSpPr>
          <p:nvPr>
            <p:ph type="title" idx="6"/>
          </p:nvPr>
        </p:nvSpPr>
        <p:spPr>
          <a:xfrm>
            <a:off x="224752" y="604888"/>
            <a:ext cx="1778700" cy="6519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488" name="Google Shape;488;p25"/>
          <p:cNvSpPr txBox="1">
            <a:spLocks noGrp="1"/>
          </p:cNvSpPr>
          <p:nvPr>
            <p:ph type="title" idx="7"/>
          </p:nvPr>
        </p:nvSpPr>
        <p:spPr>
          <a:xfrm>
            <a:off x="2003802" y="604888"/>
            <a:ext cx="1778700" cy="6519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489" name="Google Shape;489;p25"/>
          <p:cNvSpPr txBox="1">
            <a:spLocks noGrp="1"/>
          </p:cNvSpPr>
          <p:nvPr>
            <p:ph type="title" idx="8"/>
          </p:nvPr>
        </p:nvSpPr>
        <p:spPr>
          <a:xfrm>
            <a:off x="3780502" y="604888"/>
            <a:ext cx="1778700" cy="6519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490" name="Google Shape;490;p25"/>
          <p:cNvSpPr txBox="1">
            <a:spLocks noGrp="1"/>
          </p:cNvSpPr>
          <p:nvPr>
            <p:ph type="title" idx="9"/>
          </p:nvPr>
        </p:nvSpPr>
        <p:spPr>
          <a:xfrm>
            <a:off x="5558652" y="604888"/>
            <a:ext cx="1778700" cy="6519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491" name="Google Shape;491;p25"/>
          <p:cNvSpPr txBox="1">
            <a:spLocks noGrp="1"/>
          </p:cNvSpPr>
          <p:nvPr>
            <p:ph type="title" idx="13"/>
          </p:nvPr>
        </p:nvSpPr>
        <p:spPr>
          <a:xfrm>
            <a:off x="7336452" y="604888"/>
            <a:ext cx="1778700" cy="6519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492" name="Google Shape;492;p25"/>
          <p:cNvSpPr txBox="1">
            <a:spLocks noGrp="1"/>
          </p:cNvSpPr>
          <p:nvPr>
            <p:ph type="title" idx="14"/>
          </p:nvPr>
        </p:nvSpPr>
        <p:spPr>
          <a:xfrm>
            <a:off x="7339963" y="2535900"/>
            <a:ext cx="1581000" cy="6519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493" name="Google Shape;493;p25"/>
          <p:cNvSpPr txBox="1">
            <a:spLocks noGrp="1"/>
          </p:cNvSpPr>
          <p:nvPr>
            <p:ph type="title" idx="15"/>
          </p:nvPr>
        </p:nvSpPr>
        <p:spPr>
          <a:xfrm>
            <a:off x="3780063" y="2535900"/>
            <a:ext cx="1581000" cy="6519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494" name="Google Shape;494;p25"/>
          <p:cNvSpPr txBox="1">
            <a:spLocks noGrp="1"/>
          </p:cNvSpPr>
          <p:nvPr>
            <p:ph type="title" idx="16"/>
          </p:nvPr>
        </p:nvSpPr>
        <p:spPr>
          <a:xfrm>
            <a:off x="5557163" y="2535900"/>
            <a:ext cx="1581000" cy="6519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495" name="Google Shape;495;p25"/>
          <p:cNvSpPr txBox="1">
            <a:spLocks noGrp="1"/>
          </p:cNvSpPr>
          <p:nvPr>
            <p:ph type="title" idx="17"/>
          </p:nvPr>
        </p:nvSpPr>
        <p:spPr>
          <a:xfrm>
            <a:off x="227650" y="2535900"/>
            <a:ext cx="1581000" cy="6519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496" name="Google Shape;496;p25"/>
          <p:cNvSpPr txBox="1">
            <a:spLocks noGrp="1"/>
          </p:cNvSpPr>
          <p:nvPr>
            <p:ph type="title" idx="18"/>
          </p:nvPr>
        </p:nvSpPr>
        <p:spPr>
          <a:xfrm>
            <a:off x="2004750" y="2535900"/>
            <a:ext cx="1581000" cy="6519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497" name="Google Shape;497;p25"/>
          <p:cNvSpPr txBox="1">
            <a:spLocks noGrp="1"/>
          </p:cNvSpPr>
          <p:nvPr>
            <p:ph type="subTitle" idx="1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98" name="Google Shape;498;p25"/>
          <p:cNvSpPr txBox="1">
            <a:spLocks noGrp="1"/>
          </p:cNvSpPr>
          <p:nvPr>
            <p:ph type="body" idx="19"/>
          </p:nvPr>
        </p:nvSpPr>
        <p:spPr>
          <a:xfrm>
            <a:off x="223881" y="4491588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99" name="Google Shape;499;p25"/>
          <p:cNvSpPr txBox="1">
            <a:spLocks noGrp="1"/>
          </p:cNvSpPr>
          <p:nvPr>
            <p:ph type="body" idx="20"/>
          </p:nvPr>
        </p:nvSpPr>
        <p:spPr>
          <a:xfrm>
            <a:off x="2004019" y="4491588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00" name="Google Shape;500;p25"/>
          <p:cNvSpPr txBox="1">
            <a:spLocks noGrp="1"/>
          </p:cNvSpPr>
          <p:nvPr>
            <p:ph type="body" idx="21"/>
          </p:nvPr>
        </p:nvSpPr>
        <p:spPr>
          <a:xfrm>
            <a:off x="3780063" y="4491588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01" name="Google Shape;501;p25"/>
          <p:cNvSpPr txBox="1">
            <a:spLocks noGrp="1"/>
          </p:cNvSpPr>
          <p:nvPr>
            <p:ph type="body" idx="22"/>
          </p:nvPr>
        </p:nvSpPr>
        <p:spPr>
          <a:xfrm>
            <a:off x="5557163" y="4491588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02" name="Google Shape;502;p25"/>
          <p:cNvSpPr txBox="1">
            <a:spLocks noGrp="1"/>
          </p:cNvSpPr>
          <p:nvPr>
            <p:ph type="body" idx="23"/>
          </p:nvPr>
        </p:nvSpPr>
        <p:spPr>
          <a:xfrm>
            <a:off x="7334263" y="4491588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03" name="Google Shape;503;p25"/>
          <p:cNvSpPr txBox="1">
            <a:spLocks noGrp="1"/>
          </p:cNvSpPr>
          <p:nvPr>
            <p:ph type="body" idx="24"/>
          </p:nvPr>
        </p:nvSpPr>
        <p:spPr>
          <a:xfrm>
            <a:off x="226606" y="3839688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04" name="Google Shape;504;p25"/>
          <p:cNvSpPr txBox="1">
            <a:spLocks noGrp="1"/>
          </p:cNvSpPr>
          <p:nvPr>
            <p:ph type="body" idx="25"/>
          </p:nvPr>
        </p:nvSpPr>
        <p:spPr>
          <a:xfrm>
            <a:off x="2006744" y="3839688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05" name="Google Shape;505;p25"/>
          <p:cNvSpPr txBox="1">
            <a:spLocks noGrp="1"/>
          </p:cNvSpPr>
          <p:nvPr>
            <p:ph type="body" idx="26"/>
          </p:nvPr>
        </p:nvSpPr>
        <p:spPr>
          <a:xfrm>
            <a:off x="3782788" y="3839688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06" name="Google Shape;506;p25"/>
          <p:cNvSpPr txBox="1">
            <a:spLocks noGrp="1"/>
          </p:cNvSpPr>
          <p:nvPr>
            <p:ph type="body" idx="27"/>
          </p:nvPr>
        </p:nvSpPr>
        <p:spPr>
          <a:xfrm>
            <a:off x="5559888" y="3839688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07" name="Google Shape;507;p25"/>
          <p:cNvSpPr txBox="1">
            <a:spLocks noGrp="1"/>
          </p:cNvSpPr>
          <p:nvPr>
            <p:ph type="body" idx="28"/>
          </p:nvPr>
        </p:nvSpPr>
        <p:spPr>
          <a:xfrm>
            <a:off x="7339713" y="3839688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08" name="Google Shape;508;p25"/>
          <p:cNvSpPr txBox="1">
            <a:spLocks noGrp="1"/>
          </p:cNvSpPr>
          <p:nvPr>
            <p:ph type="body" idx="29"/>
          </p:nvPr>
        </p:nvSpPr>
        <p:spPr>
          <a:xfrm>
            <a:off x="223519" y="3187800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09" name="Google Shape;509;p25"/>
          <p:cNvSpPr txBox="1">
            <a:spLocks noGrp="1"/>
          </p:cNvSpPr>
          <p:nvPr>
            <p:ph type="body" idx="30"/>
          </p:nvPr>
        </p:nvSpPr>
        <p:spPr>
          <a:xfrm>
            <a:off x="2003656" y="3187800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10" name="Google Shape;510;p25"/>
          <p:cNvSpPr txBox="1">
            <a:spLocks noGrp="1"/>
          </p:cNvSpPr>
          <p:nvPr>
            <p:ph type="body" idx="31"/>
          </p:nvPr>
        </p:nvSpPr>
        <p:spPr>
          <a:xfrm>
            <a:off x="3779701" y="3187800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11" name="Google Shape;511;p25"/>
          <p:cNvSpPr txBox="1">
            <a:spLocks noGrp="1"/>
          </p:cNvSpPr>
          <p:nvPr>
            <p:ph type="body" idx="32"/>
          </p:nvPr>
        </p:nvSpPr>
        <p:spPr>
          <a:xfrm>
            <a:off x="5556800" y="3187800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12" name="Google Shape;512;p25"/>
          <p:cNvSpPr txBox="1">
            <a:spLocks noGrp="1"/>
          </p:cNvSpPr>
          <p:nvPr>
            <p:ph type="body" idx="33"/>
          </p:nvPr>
        </p:nvSpPr>
        <p:spPr>
          <a:xfrm>
            <a:off x="7336626" y="3187800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15" name="Google Shape;515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  <p:sp>
        <p:nvSpPr>
          <p:cNvPr id="520" name="Google Shape;520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  <p:sp>
        <p:nvSpPr>
          <p:cNvPr id="523" name="Google Shape;523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24" name="Google Shape;524;p2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29" name="Google Shape;529;p3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34" name="Google Shape;534;p3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5" name="Google Shape;535;p3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0" name="Google Shape;540;p3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7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  <p:sp>
        <p:nvSpPr>
          <p:cNvPr id="544" name="Google Shape;544;p37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45" name="Google Shape;545;p37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46" name="Google Shape;546;p37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47" name="Google Shape;547;p37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48" name="Google Shape;548;p37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49" name="Google Shape;549;p37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  <p:sp>
        <p:nvSpPr>
          <p:cNvPr id="552" name="Google Shape;552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53" name="Google Shape;553;p38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9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56" name="Google Shape;556;p39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57" name="Google Shape;557;p39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58" name="Google Shape;558;p39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59" name="Google Shape;559;p39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0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62" name="Google Shape;562;p40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63" name="Google Shape;563;p40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64" name="Google Shape;564;p40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65" name="Google Shape;565;p40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66" name="Google Shape;566;p40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67" name="Google Shape;567;p40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1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70" name="Google Shape;570;p41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71" name="Google Shape;571;p41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72" name="Google Shape;572;p41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73" name="Google Shape;573;p41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74" name="Google Shape;574;p41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75" name="Google Shape;575;p41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76" name="Google Shape;576;p41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77" name="Google Shape;577;p41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  <p:sp>
        <p:nvSpPr>
          <p:cNvPr id="580" name="Google Shape;580;p42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3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83" name="Google Shape;583;p43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4" name="Google Shape;584;p43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5" name="Google Shape;585;p43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86" name="Google Shape;586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  <p:sp>
        <p:nvSpPr>
          <p:cNvPr id="587" name="Google Shape;587;p43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88" name="Google Shape;588;p43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4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91" name="Google Shape;591;p44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4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3" name="Google Shape;593;p44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94" name="Google Shape;594;p44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96" name="Google Shape;596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  <p:sp>
        <p:nvSpPr>
          <p:cNvPr id="597" name="Google Shape;597;p44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98" name="Google Shape;598;p44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99" name="Google Shape;599;p44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5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6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4" name="Google Shape;604;p46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5" name="Google Shape;605;p46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6" name="Google Shape;606;p46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7" name="Google Shape;607;p46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8" name="Google Shape;608;p46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6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  <p:sp>
        <p:nvSpPr>
          <p:cNvPr id="610" name="Google Shape;610;p46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6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2" name="Google Shape;612;p46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7"/>
          <p:cNvSpPr/>
          <p:nvPr/>
        </p:nvSpPr>
        <p:spPr>
          <a:xfrm>
            <a:off x="5288126" y="1265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ADC0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18" name="Google Shape;618;p47"/>
          <p:cNvSpPr/>
          <p:nvPr/>
        </p:nvSpPr>
        <p:spPr>
          <a:xfrm>
            <a:off x="3825863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4F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19" name="Google Shape;619;p47"/>
          <p:cNvSpPr/>
          <p:nvPr/>
        </p:nvSpPr>
        <p:spPr>
          <a:xfrm>
            <a:off x="2380538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3F1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20" name="Google Shape;620;p47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21" name="Google Shape;621;p47"/>
          <p:cNvSpPr txBox="1">
            <a:spLocks noGrp="1"/>
          </p:cNvSpPr>
          <p:nvPr>
            <p:ph type="title"/>
          </p:nvPr>
        </p:nvSpPr>
        <p:spPr>
          <a:xfrm>
            <a:off x="613800" y="760325"/>
            <a:ext cx="7916400" cy="274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 sz="6800"/>
              <a:t>Fuel, Fees, and Fares: What Actually Drives Airline Pricing?</a:t>
            </a:r>
            <a:endParaRPr sz="6800"/>
          </a:p>
        </p:txBody>
      </p:sp>
      <p:sp>
        <p:nvSpPr>
          <p:cNvPr id="622" name="Google Shape;622;p47"/>
          <p:cNvSpPr txBox="1">
            <a:spLocks noGrp="1"/>
          </p:cNvSpPr>
          <p:nvPr>
            <p:ph type="body" idx="1"/>
          </p:nvPr>
        </p:nvSpPr>
        <p:spPr>
          <a:xfrm>
            <a:off x="613800" y="3772050"/>
            <a:ext cx="8003400" cy="237300"/>
          </a:xfrm>
          <a:prstGeom prst="rect">
            <a:avLst/>
          </a:prstGeom>
        </p:spPr>
        <p:txBody>
          <a:bodyPr spcFirstLastPara="1" wrap="square" lIns="0" tIns="0" rIns="0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"/>
              <a:t>By: Jackson O’Connell, Sushanth Chunduri       		 			                 CS 2316 Section A | Fall 2025 | Phase III Slide Deck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/>
          </a:p>
        </p:txBody>
      </p:sp>
      <p:sp>
        <p:nvSpPr>
          <p:cNvPr id="623" name="Google Shape;623;p47"/>
          <p:cNvSpPr txBox="1">
            <a:spLocks noGrp="1"/>
          </p:cNvSpPr>
          <p:nvPr>
            <p:ph type="subTitle" idx="2"/>
          </p:nvPr>
        </p:nvSpPr>
        <p:spPr>
          <a:xfrm>
            <a:off x="12846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Research Focus</a:t>
            </a:r>
            <a:endParaRPr/>
          </a:p>
        </p:txBody>
      </p:sp>
      <p:sp>
        <p:nvSpPr>
          <p:cNvPr id="624" name="Google Shape;624;p47"/>
          <p:cNvSpPr txBox="1">
            <a:spLocks noGrp="1"/>
          </p:cNvSpPr>
          <p:nvPr>
            <p:ph type="subTitle" idx="2"/>
          </p:nvPr>
        </p:nvSpPr>
        <p:spPr>
          <a:xfrm>
            <a:off x="2752938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Data E-T-L</a:t>
            </a:r>
            <a:endParaRPr/>
          </a:p>
        </p:txBody>
      </p:sp>
      <p:sp>
        <p:nvSpPr>
          <p:cNvPr id="625" name="Google Shape;625;p47"/>
          <p:cNvSpPr txBox="1">
            <a:spLocks noGrp="1"/>
          </p:cNvSpPr>
          <p:nvPr>
            <p:ph type="subTitle" idx="2"/>
          </p:nvPr>
        </p:nvSpPr>
        <p:spPr>
          <a:xfrm>
            <a:off x="419826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626" name="Google Shape;626;p47"/>
          <p:cNvSpPr txBox="1">
            <a:spLocks noGrp="1"/>
          </p:cNvSpPr>
          <p:nvPr>
            <p:ph type="subTitle" idx="2"/>
          </p:nvPr>
        </p:nvSpPr>
        <p:spPr>
          <a:xfrm>
            <a:off x="56605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Key Insights</a:t>
            </a:r>
            <a:endParaRPr/>
          </a:p>
        </p:txBody>
      </p:sp>
      <p:sp>
        <p:nvSpPr>
          <p:cNvPr id="627" name="Google Shape;627;p47"/>
          <p:cNvSpPr txBox="1"/>
          <p:nvPr/>
        </p:nvSpPr>
        <p:spPr>
          <a:xfrm>
            <a:off x="5369162" y="3670640"/>
            <a:ext cx="342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628" name="Google Shape;62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25" y="4725987"/>
            <a:ext cx="1506802" cy="3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48"/>
          <p:cNvSpPr/>
          <p:nvPr/>
        </p:nvSpPr>
        <p:spPr>
          <a:xfrm>
            <a:off x="3825863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4F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4" name="Google Shape;634;p48"/>
          <p:cNvSpPr/>
          <p:nvPr/>
        </p:nvSpPr>
        <p:spPr>
          <a:xfrm>
            <a:off x="5288126" y="1265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ADC0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5" name="Google Shape;635;p48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6" name="Google Shape;636;p48"/>
          <p:cNvSpPr/>
          <p:nvPr/>
        </p:nvSpPr>
        <p:spPr>
          <a:xfrm>
            <a:off x="2380538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3F1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7" name="Google Shape;637;p48"/>
          <p:cNvSpPr txBox="1">
            <a:spLocks noGrp="1"/>
          </p:cNvSpPr>
          <p:nvPr>
            <p:ph type="subTitle" idx="2"/>
          </p:nvPr>
        </p:nvSpPr>
        <p:spPr>
          <a:xfrm>
            <a:off x="12846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Research Focus</a:t>
            </a:r>
            <a:endParaRPr/>
          </a:p>
        </p:txBody>
      </p:sp>
      <p:sp>
        <p:nvSpPr>
          <p:cNvPr id="638" name="Google Shape;638;p48"/>
          <p:cNvSpPr txBox="1">
            <a:spLocks noGrp="1"/>
          </p:cNvSpPr>
          <p:nvPr>
            <p:ph type="subTitle" idx="2"/>
          </p:nvPr>
        </p:nvSpPr>
        <p:spPr>
          <a:xfrm>
            <a:off x="2752938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Data E-T-L</a:t>
            </a:r>
            <a:endParaRPr/>
          </a:p>
        </p:txBody>
      </p:sp>
      <p:sp>
        <p:nvSpPr>
          <p:cNvPr id="639" name="Google Shape;639;p48"/>
          <p:cNvSpPr txBox="1">
            <a:spLocks noGrp="1"/>
          </p:cNvSpPr>
          <p:nvPr>
            <p:ph type="subTitle" idx="2"/>
          </p:nvPr>
        </p:nvSpPr>
        <p:spPr>
          <a:xfrm>
            <a:off x="419826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640" name="Google Shape;640;p48"/>
          <p:cNvSpPr/>
          <p:nvPr/>
        </p:nvSpPr>
        <p:spPr>
          <a:xfrm rot="-215">
            <a:off x="-454656" y="483429"/>
            <a:ext cx="9598500" cy="4897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41" name="Google Shape;641;p48"/>
          <p:cNvSpPr txBox="1">
            <a:spLocks noGrp="1"/>
          </p:cNvSpPr>
          <p:nvPr>
            <p:ph type="subTitle" idx="2"/>
          </p:nvPr>
        </p:nvSpPr>
        <p:spPr>
          <a:xfrm>
            <a:off x="56605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Key Insights</a:t>
            </a:r>
            <a:endParaRPr/>
          </a:p>
        </p:txBody>
      </p:sp>
      <p:grpSp>
        <p:nvGrpSpPr>
          <p:cNvPr id="642" name="Google Shape;642;p48"/>
          <p:cNvGrpSpPr/>
          <p:nvPr/>
        </p:nvGrpSpPr>
        <p:grpSpPr>
          <a:xfrm>
            <a:off x="1019695" y="1725314"/>
            <a:ext cx="6649824" cy="1692865"/>
            <a:chOff x="357443" y="547520"/>
            <a:chExt cx="2440123" cy="4045077"/>
          </a:xfrm>
        </p:grpSpPr>
        <p:grpSp>
          <p:nvGrpSpPr>
            <p:cNvPr id="643" name="Google Shape;643;p48"/>
            <p:cNvGrpSpPr/>
            <p:nvPr/>
          </p:nvGrpSpPr>
          <p:grpSpPr>
            <a:xfrm>
              <a:off x="357443" y="1017621"/>
              <a:ext cx="2440123" cy="3574976"/>
              <a:chOff x="3180448" y="852117"/>
              <a:chExt cx="2339299" cy="3207695"/>
            </a:xfrm>
          </p:grpSpPr>
          <p:sp>
            <p:nvSpPr>
              <p:cNvPr id="644" name="Google Shape;644;p48"/>
              <p:cNvSpPr/>
              <p:nvPr/>
            </p:nvSpPr>
            <p:spPr>
              <a:xfrm>
                <a:off x="3180448" y="1250012"/>
                <a:ext cx="2274600" cy="2809800"/>
              </a:xfrm>
              <a:prstGeom prst="roundRect">
                <a:avLst>
                  <a:gd name="adj" fmla="val 7295"/>
                </a:avLst>
              </a:prstGeom>
              <a:solidFill>
                <a:srgbClr val="ADC0D2"/>
              </a:solidFill>
              <a:ln w="5125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5875" tIns="245875" rIns="245875" bIns="245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765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645" name="Google Shape;645;p48"/>
              <p:cNvSpPr/>
              <p:nvPr/>
            </p:nvSpPr>
            <p:spPr>
              <a:xfrm>
                <a:off x="3245147" y="852117"/>
                <a:ext cx="2274600" cy="2809800"/>
              </a:xfrm>
              <a:prstGeom prst="roundRect">
                <a:avLst>
                  <a:gd name="adj" fmla="val 7084"/>
                </a:avLst>
              </a:prstGeom>
              <a:solidFill>
                <a:schemeClr val="lt1"/>
              </a:solidFill>
              <a:ln w="5125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5875" tIns="245875" rIns="245875" bIns="245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765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</p:grpSp>
        <p:sp>
          <p:nvSpPr>
            <p:cNvPr id="646" name="Google Shape;646;p48"/>
            <p:cNvSpPr txBox="1"/>
            <p:nvPr/>
          </p:nvSpPr>
          <p:spPr>
            <a:xfrm>
              <a:off x="442147" y="547520"/>
              <a:ext cx="2338200" cy="384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9575" tIns="339575" rIns="339575" bIns="33957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 b="1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Research Focus</a:t>
              </a:r>
              <a:endParaRPr sz="60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49"/>
          <p:cNvSpPr/>
          <p:nvPr/>
        </p:nvSpPr>
        <p:spPr>
          <a:xfrm>
            <a:off x="5288126" y="1265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ADC0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52" name="Google Shape;652;p49"/>
          <p:cNvSpPr/>
          <p:nvPr/>
        </p:nvSpPr>
        <p:spPr>
          <a:xfrm>
            <a:off x="3825863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4F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53" name="Google Shape;653;p49"/>
          <p:cNvSpPr/>
          <p:nvPr/>
        </p:nvSpPr>
        <p:spPr>
          <a:xfrm>
            <a:off x="-298450" y="486600"/>
            <a:ext cx="9598500" cy="4897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54" name="Google Shape;654;p49"/>
          <p:cNvSpPr/>
          <p:nvPr/>
        </p:nvSpPr>
        <p:spPr>
          <a:xfrm>
            <a:off x="2380538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3F1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55" name="Google Shape;655;p49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56" name="Google Shape;656;p49"/>
          <p:cNvSpPr txBox="1">
            <a:spLocks noGrp="1"/>
          </p:cNvSpPr>
          <p:nvPr>
            <p:ph type="subTitle" idx="2"/>
          </p:nvPr>
        </p:nvSpPr>
        <p:spPr>
          <a:xfrm>
            <a:off x="12846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Research Focus</a:t>
            </a:r>
            <a:endParaRPr/>
          </a:p>
        </p:txBody>
      </p:sp>
      <p:sp>
        <p:nvSpPr>
          <p:cNvPr id="657" name="Google Shape;657;p49"/>
          <p:cNvSpPr txBox="1">
            <a:spLocks noGrp="1"/>
          </p:cNvSpPr>
          <p:nvPr>
            <p:ph type="subTitle" idx="2"/>
          </p:nvPr>
        </p:nvSpPr>
        <p:spPr>
          <a:xfrm>
            <a:off x="2752938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Data E-T-L</a:t>
            </a:r>
            <a:endParaRPr/>
          </a:p>
        </p:txBody>
      </p:sp>
      <p:sp>
        <p:nvSpPr>
          <p:cNvPr id="658" name="Google Shape;658;p49"/>
          <p:cNvSpPr txBox="1">
            <a:spLocks noGrp="1"/>
          </p:cNvSpPr>
          <p:nvPr>
            <p:ph type="subTitle" idx="2"/>
          </p:nvPr>
        </p:nvSpPr>
        <p:spPr>
          <a:xfrm>
            <a:off x="419826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659" name="Google Shape;659;p49"/>
          <p:cNvSpPr txBox="1">
            <a:spLocks noGrp="1"/>
          </p:cNvSpPr>
          <p:nvPr>
            <p:ph type="subTitle" idx="2"/>
          </p:nvPr>
        </p:nvSpPr>
        <p:spPr>
          <a:xfrm>
            <a:off x="56605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Key Insights</a:t>
            </a:r>
            <a:endParaRPr/>
          </a:p>
        </p:txBody>
      </p:sp>
      <p:cxnSp>
        <p:nvCxnSpPr>
          <p:cNvPr id="660" name="Google Shape;660;p49"/>
          <p:cNvCxnSpPr/>
          <p:nvPr/>
        </p:nvCxnSpPr>
        <p:spPr>
          <a:xfrm>
            <a:off x="228600" y="5009308"/>
            <a:ext cx="8686800" cy="23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1" name="Google Shape;661;p49"/>
          <p:cNvSpPr txBox="1">
            <a:spLocks noGrp="1"/>
          </p:cNvSpPr>
          <p:nvPr>
            <p:ph type="title" idx="4294967295"/>
          </p:nvPr>
        </p:nvSpPr>
        <p:spPr>
          <a:xfrm>
            <a:off x="0" y="486600"/>
            <a:ext cx="7290600" cy="8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/>
              <a:t>Research Question</a:t>
            </a:r>
            <a:endParaRPr sz="4000"/>
          </a:p>
        </p:txBody>
      </p:sp>
      <p:grpSp>
        <p:nvGrpSpPr>
          <p:cNvPr id="662" name="Google Shape;662;p49"/>
          <p:cNvGrpSpPr/>
          <p:nvPr/>
        </p:nvGrpSpPr>
        <p:grpSpPr>
          <a:xfrm>
            <a:off x="479444" y="1407003"/>
            <a:ext cx="3111580" cy="3273752"/>
            <a:chOff x="357446" y="1318824"/>
            <a:chExt cx="2908018" cy="3273752"/>
          </a:xfrm>
        </p:grpSpPr>
        <p:grpSp>
          <p:nvGrpSpPr>
            <p:cNvPr id="663" name="Google Shape;663;p49"/>
            <p:cNvGrpSpPr/>
            <p:nvPr/>
          </p:nvGrpSpPr>
          <p:grpSpPr>
            <a:xfrm>
              <a:off x="357446" y="1318824"/>
              <a:ext cx="2908018" cy="3273752"/>
              <a:chOff x="3180450" y="1122375"/>
              <a:chExt cx="2787862" cy="2937418"/>
            </a:xfrm>
          </p:grpSpPr>
          <p:sp>
            <p:nvSpPr>
              <p:cNvPr id="664" name="Google Shape;664;p49"/>
              <p:cNvSpPr/>
              <p:nvPr/>
            </p:nvSpPr>
            <p:spPr>
              <a:xfrm>
                <a:off x="3180450" y="1249993"/>
                <a:ext cx="2668800" cy="2809800"/>
              </a:xfrm>
              <a:prstGeom prst="roundRect">
                <a:avLst>
                  <a:gd name="adj" fmla="val 7295"/>
                </a:avLst>
              </a:prstGeom>
              <a:solidFill>
                <a:srgbClr val="E4F7BC"/>
              </a:solidFill>
              <a:ln w="1380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13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665" name="Google Shape;665;p49"/>
              <p:cNvSpPr/>
              <p:nvPr/>
            </p:nvSpPr>
            <p:spPr>
              <a:xfrm>
                <a:off x="3299512" y="1122375"/>
                <a:ext cx="2668800" cy="2809800"/>
              </a:xfrm>
              <a:prstGeom prst="roundRect">
                <a:avLst>
                  <a:gd name="adj" fmla="val 7084"/>
                </a:avLst>
              </a:prstGeom>
              <a:solidFill>
                <a:srgbClr val="E3F1F9"/>
              </a:solidFill>
              <a:ln w="1380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13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666" name="Google Shape;666;p49"/>
              <p:cNvSpPr/>
              <p:nvPr/>
            </p:nvSpPr>
            <p:spPr>
              <a:xfrm>
                <a:off x="3474738" y="1151508"/>
                <a:ext cx="2416200" cy="366000"/>
              </a:xfrm>
              <a:prstGeom prst="roundRect">
                <a:avLst>
                  <a:gd name="adj" fmla="val 16667"/>
                </a:avLst>
              </a:prstGeom>
              <a:noFill/>
              <a:ln>
                <a:noFill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b="1">
                    <a:latin typeface="Hanken Grotesk"/>
                    <a:ea typeface="Hanken Grotesk"/>
                    <a:cs typeface="Hanken Grotesk"/>
                    <a:sym typeface="Hanken Grotesk"/>
                  </a:rPr>
                  <a:t>Original Questions</a:t>
                </a:r>
                <a:endParaRPr sz="1600" b="1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  <p:sp>
          <p:nvSpPr>
            <p:cNvPr id="667" name="Google Shape;667;p49"/>
            <p:cNvSpPr txBox="1"/>
            <p:nvPr/>
          </p:nvSpPr>
          <p:spPr>
            <a:xfrm>
              <a:off x="382559" y="1695911"/>
              <a:ext cx="2857800" cy="201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457200" lvl="0" indent="-317500" algn="l" rtl="0">
                <a:lnSpc>
                  <a:spcPct val="15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Do oil prices meaningfully impact U.S. domestic airfare?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How do baggage-fee revenues relate to airline pricing?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What actually explains airfare changes: costs or demand?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668" name="Google Shape;668;p49"/>
          <p:cNvGrpSpPr/>
          <p:nvPr/>
        </p:nvGrpSpPr>
        <p:grpSpPr>
          <a:xfrm>
            <a:off x="4743938" y="1494207"/>
            <a:ext cx="3339000" cy="3339000"/>
            <a:chOff x="2902488" y="902232"/>
            <a:chExt cx="3339000" cy="3339000"/>
          </a:xfrm>
        </p:grpSpPr>
        <p:sp>
          <p:nvSpPr>
            <p:cNvPr id="669" name="Google Shape;669;p49"/>
            <p:cNvSpPr/>
            <p:nvPr/>
          </p:nvSpPr>
          <p:spPr>
            <a:xfrm rot="-5400000">
              <a:off x="2902488" y="902232"/>
              <a:ext cx="3339000" cy="3339000"/>
            </a:xfrm>
            <a:prstGeom prst="ellipse">
              <a:avLst/>
            </a:prstGeom>
            <a:noFill/>
            <a:ln w="19050" cap="flat" cmpd="sng">
              <a:solidFill>
                <a:srgbClr val="1D7E75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49"/>
            <p:cNvSpPr/>
            <p:nvPr/>
          </p:nvSpPr>
          <p:spPr>
            <a:xfrm>
              <a:off x="3123738" y="1123632"/>
              <a:ext cx="2896500" cy="2896200"/>
            </a:xfrm>
            <a:prstGeom prst="pie">
              <a:avLst>
                <a:gd name="adj1" fmla="val 1811602"/>
                <a:gd name="adj2" fmla="val 16214886"/>
              </a:avLst>
            </a:prstGeom>
            <a:solidFill>
              <a:srgbClr val="83E3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1" name="Google Shape;671;p49"/>
          <p:cNvGrpSpPr/>
          <p:nvPr/>
        </p:nvGrpSpPr>
        <p:grpSpPr>
          <a:xfrm>
            <a:off x="5505488" y="2255757"/>
            <a:ext cx="1815900" cy="1815900"/>
            <a:chOff x="3664038" y="1663782"/>
            <a:chExt cx="1815900" cy="1815900"/>
          </a:xfrm>
        </p:grpSpPr>
        <p:sp>
          <p:nvSpPr>
            <p:cNvPr id="672" name="Google Shape;672;p49"/>
            <p:cNvSpPr/>
            <p:nvPr/>
          </p:nvSpPr>
          <p:spPr>
            <a:xfrm>
              <a:off x="3664038" y="1663782"/>
              <a:ext cx="1815900" cy="1815900"/>
            </a:xfrm>
            <a:prstGeom prst="ellipse">
              <a:avLst/>
            </a:prstGeom>
            <a:solidFill>
              <a:srgbClr val="1B786F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49"/>
            <p:cNvSpPr txBox="1"/>
            <p:nvPr/>
          </p:nvSpPr>
          <p:spPr>
            <a:xfrm>
              <a:off x="3899988" y="2158482"/>
              <a:ext cx="1344000" cy="82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Airfare ($)</a:t>
              </a:r>
              <a:endPara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74" name="Google Shape;674;p49"/>
          <p:cNvGrpSpPr/>
          <p:nvPr/>
        </p:nvGrpSpPr>
        <p:grpSpPr>
          <a:xfrm>
            <a:off x="5883515" y="1037804"/>
            <a:ext cx="1068600" cy="1068600"/>
            <a:chOff x="2859873" y="853971"/>
            <a:chExt cx="1068600" cy="1068600"/>
          </a:xfrm>
        </p:grpSpPr>
        <p:sp>
          <p:nvSpPr>
            <p:cNvPr id="675" name="Google Shape;675;p49"/>
            <p:cNvSpPr/>
            <p:nvPr/>
          </p:nvSpPr>
          <p:spPr>
            <a:xfrm>
              <a:off x="2859873" y="853971"/>
              <a:ext cx="1068600" cy="1068600"/>
            </a:xfrm>
            <a:prstGeom prst="ellipse">
              <a:avLst/>
            </a:prstGeom>
            <a:solidFill>
              <a:srgbClr val="155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49"/>
            <p:cNvSpPr txBox="1"/>
            <p:nvPr/>
          </p:nvSpPr>
          <p:spPr>
            <a:xfrm>
              <a:off x="2903954" y="1022192"/>
              <a:ext cx="989400" cy="73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Baggage Revenue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77" name="Google Shape;677;p49"/>
          <p:cNvGrpSpPr/>
          <p:nvPr/>
        </p:nvGrpSpPr>
        <p:grpSpPr>
          <a:xfrm>
            <a:off x="4432146" y="3478633"/>
            <a:ext cx="1068600" cy="1068600"/>
            <a:chOff x="2859873" y="853971"/>
            <a:chExt cx="1068600" cy="1068600"/>
          </a:xfrm>
        </p:grpSpPr>
        <p:sp>
          <p:nvSpPr>
            <p:cNvPr id="678" name="Google Shape;678;p49"/>
            <p:cNvSpPr/>
            <p:nvPr/>
          </p:nvSpPr>
          <p:spPr>
            <a:xfrm>
              <a:off x="2859873" y="853971"/>
              <a:ext cx="1068600" cy="1068600"/>
            </a:xfrm>
            <a:prstGeom prst="ellipse">
              <a:avLst/>
            </a:prstGeom>
            <a:solidFill>
              <a:srgbClr val="155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49"/>
            <p:cNvSpPr txBox="1"/>
            <p:nvPr/>
          </p:nvSpPr>
          <p:spPr>
            <a:xfrm>
              <a:off x="3012803" y="1022188"/>
              <a:ext cx="847500" cy="73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CPI / Inflation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80" name="Google Shape;680;p49"/>
          <p:cNvGrpSpPr/>
          <p:nvPr/>
        </p:nvGrpSpPr>
        <p:grpSpPr>
          <a:xfrm>
            <a:off x="7321493" y="3470988"/>
            <a:ext cx="1068600" cy="1068600"/>
            <a:chOff x="5214448" y="3234278"/>
            <a:chExt cx="1068600" cy="1068600"/>
          </a:xfrm>
        </p:grpSpPr>
        <p:sp>
          <p:nvSpPr>
            <p:cNvPr id="681" name="Google Shape;681;p49"/>
            <p:cNvSpPr/>
            <p:nvPr/>
          </p:nvSpPr>
          <p:spPr>
            <a:xfrm>
              <a:off x="5214448" y="3234278"/>
              <a:ext cx="1068600" cy="1068600"/>
            </a:xfrm>
            <a:prstGeom prst="ellipse">
              <a:avLst/>
            </a:prstGeom>
            <a:solidFill>
              <a:srgbClr val="155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9"/>
            <p:cNvSpPr txBox="1"/>
            <p:nvPr/>
          </p:nvSpPr>
          <p:spPr>
            <a:xfrm>
              <a:off x="5367375" y="3402503"/>
              <a:ext cx="762600" cy="73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Oil Prices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50"/>
          <p:cNvSpPr/>
          <p:nvPr/>
        </p:nvSpPr>
        <p:spPr>
          <a:xfrm>
            <a:off x="5288126" y="1265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ADC0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88" name="Google Shape;688;p50"/>
          <p:cNvSpPr/>
          <p:nvPr/>
        </p:nvSpPr>
        <p:spPr>
          <a:xfrm>
            <a:off x="3825863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4F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89" name="Google Shape;689;p50"/>
          <p:cNvSpPr/>
          <p:nvPr/>
        </p:nvSpPr>
        <p:spPr>
          <a:xfrm>
            <a:off x="-298450" y="486600"/>
            <a:ext cx="9598500" cy="4897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90" name="Google Shape;690;p50"/>
          <p:cNvSpPr/>
          <p:nvPr/>
        </p:nvSpPr>
        <p:spPr>
          <a:xfrm>
            <a:off x="2380538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3F1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91" name="Google Shape;691;p50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92" name="Google Shape;692;p50"/>
          <p:cNvSpPr txBox="1">
            <a:spLocks noGrp="1"/>
          </p:cNvSpPr>
          <p:nvPr>
            <p:ph type="subTitle" idx="2"/>
          </p:nvPr>
        </p:nvSpPr>
        <p:spPr>
          <a:xfrm>
            <a:off x="12846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Research Focus</a:t>
            </a:r>
            <a:endParaRPr/>
          </a:p>
        </p:txBody>
      </p:sp>
      <p:sp>
        <p:nvSpPr>
          <p:cNvPr id="693" name="Google Shape;693;p50"/>
          <p:cNvSpPr txBox="1">
            <a:spLocks noGrp="1"/>
          </p:cNvSpPr>
          <p:nvPr>
            <p:ph type="subTitle" idx="2"/>
          </p:nvPr>
        </p:nvSpPr>
        <p:spPr>
          <a:xfrm>
            <a:off x="2752938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Data E-T-L</a:t>
            </a:r>
            <a:endParaRPr/>
          </a:p>
        </p:txBody>
      </p:sp>
      <p:sp>
        <p:nvSpPr>
          <p:cNvPr id="694" name="Google Shape;694;p50"/>
          <p:cNvSpPr txBox="1">
            <a:spLocks noGrp="1"/>
          </p:cNvSpPr>
          <p:nvPr>
            <p:ph type="subTitle" idx="2"/>
          </p:nvPr>
        </p:nvSpPr>
        <p:spPr>
          <a:xfrm>
            <a:off x="419826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695" name="Google Shape;695;p50"/>
          <p:cNvSpPr txBox="1">
            <a:spLocks noGrp="1"/>
          </p:cNvSpPr>
          <p:nvPr>
            <p:ph type="subTitle" idx="2"/>
          </p:nvPr>
        </p:nvSpPr>
        <p:spPr>
          <a:xfrm>
            <a:off x="56605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Key Insights</a:t>
            </a:r>
            <a:endParaRPr/>
          </a:p>
        </p:txBody>
      </p:sp>
      <p:cxnSp>
        <p:nvCxnSpPr>
          <p:cNvPr id="696" name="Google Shape;696;p50"/>
          <p:cNvCxnSpPr/>
          <p:nvPr/>
        </p:nvCxnSpPr>
        <p:spPr>
          <a:xfrm>
            <a:off x="228600" y="5009308"/>
            <a:ext cx="8686800" cy="23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7" name="Google Shape;697;p50"/>
          <p:cNvSpPr txBox="1">
            <a:spLocks noGrp="1"/>
          </p:cNvSpPr>
          <p:nvPr>
            <p:ph type="title" idx="4294967295"/>
          </p:nvPr>
        </p:nvSpPr>
        <p:spPr>
          <a:xfrm>
            <a:off x="0" y="486600"/>
            <a:ext cx="7290600" cy="8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/>
              <a:t>Why This Topic?</a:t>
            </a:r>
            <a:endParaRPr sz="4000"/>
          </a:p>
        </p:txBody>
      </p:sp>
      <p:grpSp>
        <p:nvGrpSpPr>
          <p:cNvPr id="698" name="Google Shape;698;p50"/>
          <p:cNvGrpSpPr/>
          <p:nvPr/>
        </p:nvGrpSpPr>
        <p:grpSpPr>
          <a:xfrm>
            <a:off x="2267248" y="1479219"/>
            <a:ext cx="4583313" cy="2793493"/>
            <a:chOff x="357446" y="1318824"/>
            <a:chExt cx="2891497" cy="3273752"/>
          </a:xfrm>
        </p:grpSpPr>
        <p:grpSp>
          <p:nvGrpSpPr>
            <p:cNvPr id="699" name="Google Shape;699;p50"/>
            <p:cNvGrpSpPr/>
            <p:nvPr/>
          </p:nvGrpSpPr>
          <p:grpSpPr>
            <a:xfrm>
              <a:off x="357446" y="1318824"/>
              <a:ext cx="2865096" cy="3273752"/>
              <a:chOff x="3180450" y="1122375"/>
              <a:chExt cx="2746713" cy="2937418"/>
            </a:xfrm>
          </p:grpSpPr>
          <p:sp>
            <p:nvSpPr>
              <p:cNvPr id="700" name="Google Shape;700;p50"/>
              <p:cNvSpPr/>
              <p:nvPr/>
            </p:nvSpPr>
            <p:spPr>
              <a:xfrm>
                <a:off x="3180450" y="1249993"/>
                <a:ext cx="2668800" cy="2809800"/>
              </a:xfrm>
              <a:prstGeom prst="roundRect">
                <a:avLst>
                  <a:gd name="adj" fmla="val 7295"/>
                </a:avLst>
              </a:prstGeom>
              <a:solidFill>
                <a:srgbClr val="E4F7BC"/>
              </a:solidFill>
              <a:ln w="1380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13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701" name="Google Shape;701;p50"/>
              <p:cNvSpPr/>
              <p:nvPr/>
            </p:nvSpPr>
            <p:spPr>
              <a:xfrm>
                <a:off x="3258363" y="1122375"/>
                <a:ext cx="2668800" cy="2809800"/>
              </a:xfrm>
              <a:prstGeom prst="roundRect">
                <a:avLst>
                  <a:gd name="adj" fmla="val 7084"/>
                </a:avLst>
              </a:prstGeom>
              <a:solidFill>
                <a:srgbClr val="E3F1F9"/>
              </a:solidFill>
              <a:ln w="1380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13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702" name="Google Shape;702;p50"/>
              <p:cNvSpPr/>
              <p:nvPr/>
            </p:nvSpPr>
            <p:spPr>
              <a:xfrm>
                <a:off x="3474738" y="1151508"/>
                <a:ext cx="2416200" cy="366000"/>
              </a:xfrm>
              <a:prstGeom prst="roundRect">
                <a:avLst>
                  <a:gd name="adj" fmla="val 16667"/>
                </a:avLst>
              </a:prstGeom>
              <a:noFill/>
              <a:ln>
                <a:noFill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b="1">
                    <a:latin typeface="Hanken Grotesk"/>
                    <a:ea typeface="Hanken Grotesk"/>
                    <a:cs typeface="Hanken Grotesk"/>
                    <a:sym typeface="Hanken Grotesk"/>
                  </a:rPr>
                  <a:t>Motivations</a:t>
                </a:r>
                <a:endParaRPr sz="1600" b="1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  <p:sp>
          <p:nvSpPr>
            <p:cNvPr id="703" name="Google Shape;703;p50"/>
            <p:cNvSpPr txBox="1"/>
            <p:nvPr/>
          </p:nvSpPr>
          <p:spPr>
            <a:xfrm>
              <a:off x="391143" y="1769354"/>
              <a:ext cx="2857800" cy="236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457200" lvl="0" indent="-317500" algn="l" rtl="0">
                <a:lnSpc>
                  <a:spcPct val="15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Fuel costs are volatile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Baggage revenue keeps rising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Hypothesis: Oil prices should influence fares (and relations w/ baggage revenue)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Personal airline experience and background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Personal interest in commodities markets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51"/>
          <p:cNvSpPr/>
          <p:nvPr/>
        </p:nvSpPr>
        <p:spPr>
          <a:xfrm>
            <a:off x="3825863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4F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09" name="Google Shape;709;p51"/>
          <p:cNvSpPr/>
          <p:nvPr/>
        </p:nvSpPr>
        <p:spPr>
          <a:xfrm>
            <a:off x="5288126" y="1265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ADC0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10" name="Google Shape;710;p51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11" name="Google Shape;711;p51"/>
          <p:cNvSpPr/>
          <p:nvPr/>
        </p:nvSpPr>
        <p:spPr>
          <a:xfrm>
            <a:off x="2380538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3F1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12" name="Google Shape;712;p51"/>
          <p:cNvSpPr txBox="1">
            <a:spLocks noGrp="1"/>
          </p:cNvSpPr>
          <p:nvPr>
            <p:ph type="subTitle" idx="2"/>
          </p:nvPr>
        </p:nvSpPr>
        <p:spPr>
          <a:xfrm>
            <a:off x="12846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Research Focus</a:t>
            </a:r>
            <a:endParaRPr/>
          </a:p>
        </p:txBody>
      </p:sp>
      <p:sp>
        <p:nvSpPr>
          <p:cNvPr id="713" name="Google Shape;713;p51"/>
          <p:cNvSpPr txBox="1">
            <a:spLocks noGrp="1"/>
          </p:cNvSpPr>
          <p:nvPr>
            <p:ph type="subTitle" idx="2"/>
          </p:nvPr>
        </p:nvSpPr>
        <p:spPr>
          <a:xfrm>
            <a:off x="2752938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Data E-T-L</a:t>
            </a:r>
            <a:endParaRPr/>
          </a:p>
        </p:txBody>
      </p:sp>
      <p:sp>
        <p:nvSpPr>
          <p:cNvPr id="714" name="Google Shape;714;p51"/>
          <p:cNvSpPr txBox="1">
            <a:spLocks noGrp="1"/>
          </p:cNvSpPr>
          <p:nvPr>
            <p:ph type="subTitle" idx="2"/>
          </p:nvPr>
        </p:nvSpPr>
        <p:spPr>
          <a:xfrm>
            <a:off x="419826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715" name="Google Shape;715;p51"/>
          <p:cNvSpPr/>
          <p:nvPr/>
        </p:nvSpPr>
        <p:spPr>
          <a:xfrm rot="-215">
            <a:off x="-454656" y="483429"/>
            <a:ext cx="9598500" cy="4897800"/>
          </a:xfrm>
          <a:prstGeom prst="rect">
            <a:avLst/>
          </a:prstGeom>
          <a:solidFill>
            <a:srgbClr val="E3F1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16" name="Google Shape;716;p51"/>
          <p:cNvSpPr txBox="1">
            <a:spLocks noGrp="1"/>
          </p:cNvSpPr>
          <p:nvPr>
            <p:ph type="subTitle" idx="2"/>
          </p:nvPr>
        </p:nvSpPr>
        <p:spPr>
          <a:xfrm>
            <a:off x="56605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Key Insights</a:t>
            </a:r>
            <a:endParaRPr/>
          </a:p>
        </p:txBody>
      </p:sp>
      <p:grpSp>
        <p:nvGrpSpPr>
          <p:cNvPr id="717" name="Google Shape;717;p51"/>
          <p:cNvGrpSpPr/>
          <p:nvPr/>
        </p:nvGrpSpPr>
        <p:grpSpPr>
          <a:xfrm>
            <a:off x="2051496" y="1725313"/>
            <a:ext cx="4586211" cy="1692865"/>
            <a:chOff x="357443" y="547520"/>
            <a:chExt cx="2440123" cy="4045077"/>
          </a:xfrm>
        </p:grpSpPr>
        <p:grpSp>
          <p:nvGrpSpPr>
            <p:cNvPr id="718" name="Google Shape;718;p51"/>
            <p:cNvGrpSpPr/>
            <p:nvPr/>
          </p:nvGrpSpPr>
          <p:grpSpPr>
            <a:xfrm>
              <a:off x="357443" y="1017621"/>
              <a:ext cx="2440123" cy="3574976"/>
              <a:chOff x="3180448" y="852117"/>
              <a:chExt cx="2339299" cy="3207695"/>
            </a:xfrm>
          </p:grpSpPr>
          <p:sp>
            <p:nvSpPr>
              <p:cNvPr id="719" name="Google Shape;719;p51"/>
              <p:cNvSpPr/>
              <p:nvPr/>
            </p:nvSpPr>
            <p:spPr>
              <a:xfrm>
                <a:off x="3180448" y="1250012"/>
                <a:ext cx="2274600" cy="2809800"/>
              </a:xfrm>
              <a:prstGeom prst="roundRect">
                <a:avLst>
                  <a:gd name="adj" fmla="val 7295"/>
                </a:avLst>
              </a:prstGeom>
              <a:solidFill>
                <a:srgbClr val="E4F7BC"/>
              </a:solidFill>
              <a:ln w="5125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5875" tIns="245875" rIns="245875" bIns="245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765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720" name="Google Shape;720;p51"/>
              <p:cNvSpPr/>
              <p:nvPr/>
            </p:nvSpPr>
            <p:spPr>
              <a:xfrm>
                <a:off x="3245147" y="852117"/>
                <a:ext cx="2274600" cy="2809800"/>
              </a:xfrm>
              <a:prstGeom prst="roundRect">
                <a:avLst>
                  <a:gd name="adj" fmla="val 7084"/>
                </a:avLst>
              </a:prstGeom>
              <a:solidFill>
                <a:schemeClr val="lt1"/>
              </a:solidFill>
              <a:ln w="5125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5875" tIns="245875" rIns="245875" bIns="245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765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</p:grpSp>
        <p:sp>
          <p:nvSpPr>
            <p:cNvPr id="721" name="Google Shape;721;p51"/>
            <p:cNvSpPr txBox="1"/>
            <p:nvPr/>
          </p:nvSpPr>
          <p:spPr>
            <a:xfrm>
              <a:off x="442147" y="547520"/>
              <a:ext cx="2338200" cy="384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9575" tIns="339575" rIns="339575" bIns="33957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 b="1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Data E-T-L</a:t>
              </a:r>
              <a:endParaRPr sz="60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52"/>
          <p:cNvSpPr/>
          <p:nvPr/>
        </p:nvSpPr>
        <p:spPr>
          <a:xfrm>
            <a:off x="5288126" y="1265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ADC0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27" name="Google Shape;727;p52"/>
          <p:cNvSpPr/>
          <p:nvPr/>
        </p:nvSpPr>
        <p:spPr>
          <a:xfrm>
            <a:off x="3825863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4F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28" name="Google Shape;728;p52"/>
          <p:cNvSpPr/>
          <p:nvPr/>
        </p:nvSpPr>
        <p:spPr>
          <a:xfrm>
            <a:off x="-298450" y="486600"/>
            <a:ext cx="9598500" cy="4897800"/>
          </a:xfrm>
          <a:prstGeom prst="rect">
            <a:avLst/>
          </a:prstGeom>
          <a:solidFill>
            <a:srgbClr val="E3F1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29" name="Google Shape;729;p52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30" name="Google Shape;730;p52"/>
          <p:cNvSpPr/>
          <p:nvPr/>
        </p:nvSpPr>
        <p:spPr>
          <a:xfrm>
            <a:off x="2380538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3F1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31" name="Google Shape;731;p52"/>
          <p:cNvSpPr txBox="1">
            <a:spLocks noGrp="1"/>
          </p:cNvSpPr>
          <p:nvPr>
            <p:ph type="subTitle" idx="2"/>
          </p:nvPr>
        </p:nvSpPr>
        <p:spPr>
          <a:xfrm>
            <a:off x="12846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Research Focus</a:t>
            </a:r>
            <a:endParaRPr/>
          </a:p>
        </p:txBody>
      </p:sp>
      <p:sp>
        <p:nvSpPr>
          <p:cNvPr id="732" name="Google Shape;732;p52"/>
          <p:cNvSpPr txBox="1">
            <a:spLocks noGrp="1"/>
          </p:cNvSpPr>
          <p:nvPr>
            <p:ph type="subTitle" idx="2"/>
          </p:nvPr>
        </p:nvSpPr>
        <p:spPr>
          <a:xfrm>
            <a:off x="2752938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Data E-T-L</a:t>
            </a:r>
            <a:endParaRPr/>
          </a:p>
        </p:txBody>
      </p:sp>
      <p:sp>
        <p:nvSpPr>
          <p:cNvPr id="733" name="Google Shape;733;p52"/>
          <p:cNvSpPr txBox="1">
            <a:spLocks noGrp="1"/>
          </p:cNvSpPr>
          <p:nvPr>
            <p:ph type="subTitle" idx="2"/>
          </p:nvPr>
        </p:nvSpPr>
        <p:spPr>
          <a:xfrm>
            <a:off x="419826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734" name="Google Shape;734;p52"/>
          <p:cNvSpPr txBox="1">
            <a:spLocks noGrp="1"/>
          </p:cNvSpPr>
          <p:nvPr>
            <p:ph type="subTitle" idx="2"/>
          </p:nvPr>
        </p:nvSpPr>
        <p:spPr>
          <a:xfrm>
            <a:off x="56605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Key Insights</a:t>
            </a:r>
            <a:endParaRPr/>
          </a:p>
        </p:txBody>
      </p:sp>
      <p:cxnSp>
        <p:nvCxnSpPr>
          <p:cNvPr id="735" name="Google Shape;735;p52"/>
          <p:cNvCxnSpPr/>
          <p:nvPr/>
        </p:nvCxnSpPr>
        <p:spPr>
          <a:xfrm>
            <a:off x="228600" y="5009308"/>
            <a:ext cx="8686800" cy="23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36" name="Google Shape;736;p52"/>
          <p:cNvSpPr txBox="1">
            <a:spLocks noGrp="1"/>
          </p:cNvSpPr>
          <p:nvPr>
            <p:ph type="title" idx="4294967295"/>
          </p:nvPr>
        </p:nvSpPr>
        <p:spPr>
          <a:xfrm>
            <a:off x="0" y="486600"/>
            <a:ext cx="7290600" cy="8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/>
              <a:t>Data Sources</a:t>
            </a:r>
            <a:endParaRPr sz="4000"/>
          </a:p>
        </p:txBody>
      </p:sp>
      <p:grpSp>
        <p:nvGrpSpPr>
          <p:cNvPr id="737" name="Google Shape;737;p52"/>
          <p:cNvGrpSpPr/>
          <p:nvPr/>
        </p:nvGrpSpPr>
        <p:grpSpPr>
          <a:xfrm>
            <a:off x="479444" y="1407003"/>
            <a:ext cx="3111580" cy="3273752"/>
            <a:chOff x="357446" y="1318824"/>
            <a:chExt cx="2908018" cy="3273752"/>
          </a:xfrm>
        </p:grpSpPr>
        <p:grpSp>
          <p:nvGrpSpPr>
            <p:cNvPr id="738" name="Google Shape;738;p52"/>
            <p:cNvGrpSpPr/>
            <p:nvPr/>
          </p:nvGrpSpPr>
          <p:grpSpPr>
            <a:xfrm>
              <a:off x="357446" y="1318824"/>
              <a:ext cx="2908018" cy="3273752"/>
              <a:chOff x="3180450" y="1122375"/>
              <a:chExt cx="2787862" cy="2937418"/>
            </a:xfrm>
          </p:grpSpPr>
          <p:sp>
            <p:nvSpPr>
              <p:cNvPr id="739" name="Google Shape;739;p52"/>
              <p:cNvSpPr/>
              <p:nvPr/>
            </p:nvSpPr>
            <p:spPr>
              <a:xfrm>
                <a:off x="3180450" y="1249993"/>
                <a:ext cx="2668800" cy="2809800"/>
              </a:xfrm>
              <a:prstGeom prst="roundRect">
                <a:avLst>
                  <a:gd name="adj" fmla="val 7295"/>
                </a:avLst>
              </a:prstGeom>
              <a:solidFill>
                <a:srgbClr val="ADC0D2"/>
              </a:solidFill>
              <a:ln w="1380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13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740" name="Google Shape;740;p52"/>
              <p:cNvSpPr/>
              <p:nvPr/>
            </p:nvSpPr>
            <p:spPr>
              <a:xfrm>
                <a:off x="3299512" y="1122375"/>
                <a:ext cx="2668800" cy="2809800"/>
              </a:xfrm>
              <a:prstGeom prst="roundRect">
                <a:avLst>
                  <a:gd name="adj" fmla="val 7084"/>
                </a:avLst>
              </a:prstGeom>
              <a:solidFill>
                <a:srgbClr val="E4F7BC"/>
              </a:solidFill>
              <a:ln w="1380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13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741" name="Google Shape;741;p52"/>
              <p:cNvSpPr/>
              <p:nvPr/>
            </p:nvSpPr>
            <p:spPr>
              <a:xfrm>
                <a:off x="3474738" y="1151508"/>
                <a:ext cx="2416200" cy="366000"/>
              </a:xfrm>
              <a:prstGeom prst="roundRect">
                <a:avLst>
                  <a:gd name="adj" fmla="val 16667"/>
                </a:avLst>
              </a:prstGeom>
              <a:noFill/>
              <a:ln>
                <a:noFill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b="1">
                    <a:latin typeface="Hanken Grotesk"/>
                    <a:ea typeface="Hanken Grotesk"/>
                    <a:cs typeface="Hanken Grotesk"/>
                    <a:sym typeface="Hanken Grotesk"/>
                  </a:rPr>
                  <a:t>Source Origins</a:t>
                </a:r>
                <a:endParaRPr sz="1600" b="1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  <p:sp>
          <p:nvSpPr>
            <p:cNvPr id="742" name="Google Shape;742;p52"/>
            <p:cNvSpPr txBox="1"/>
            <p:nvPr/>
          </p:nvSpPr>
          <p:spPr>
            <a:xfrm>
              <a:off x="382559" y="1695911"/>
              <a:ext cx="2857800" cy="233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457200" lvl="0" indent="-317500" algn="l" rtl="0">
                <a:lnSpc>
                  <a:spcPct val="15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BTS Consumer Airfares (CSV file)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BTS Baggage Fees (Excel file)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EIA WTI Oil Prices (API request; JSON format)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FRED CPI (HTML scrape w/ BS4)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aphicFrame>
        <p:nvGraphicFramePr>
          <p:cNvPr id="743" name="Google Shape;743;p52"/>
          <p:cNvGraphicFramePr/>
          <p:nvPr/>
        </p:nvGraphicFramePr>
        <p:xfrm>
          <a:off x="3907425" y="1306600"/>
          <a:ext cx="4735275" cy="3474570"/>
        </p:xfrm>
        <a:graphic>
          <a:graphicData uri="http://schemas.openxmlformats.org/drawingml/2006/table">
            <a:tbl>
              <a:tblPr>
                <a:noFill/>
                <a:tableStyleId>{56AB4876-992F-435B-8EAE-2619D5747178}</a:tableStyleId>
              </a:tblPr>
              <a:tblGrid>
                <a:gridCol w="157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Dataset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Format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Source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5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BTS Consumer Airfares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CSV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Bureau of Transportation Statistics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5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BTS Baggage Fees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Excel (XLSX)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Bureau of Transportation Statistics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5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EIA WTI Oil Prices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JSON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U.S. Enginergy Information Administration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FRED CPI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HTML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Federal Reserve Bank of St. Louis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53"/>
          <p:cNvSpPr/>
          <p:nvPr/>
        </p:nvSpPr>
        <p:spPr>
          <a:xfrm>
            <a:off x="5288126" y="1265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ADC0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49" name="Google Shape;749;p53"/>
          <p:cNvSpPr/>
          <p:nvPr/>
        </p:nvSpPr>
        <p:spPr>
          <a:xfrm>
            <a:off x="3825863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4F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50" name="Google Shape;750;p53"/>
          <p:cNvSpPr/>
          <p:nvPr/>
        </p:nvSpPr>
        <p:spPr>
          <a:xfrm>
            <a:off x="-298450" y="486600"/>
            <a:ext cx="9598500" cy="4897800"/>
          </a:xfrm>
          <a:prstGeom prst="rect">
            <a:avLst/>
          </a:prstGeom>
          <a:solidFill>
            <a:srgbClr val="E3F1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51" name="Google Shape;751;p53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52" name="Google Shape;752;p53"/>
          <p:cNvSpPr/>
          <p:nvPr/>
        </p:nvSpPr>
        <p:spPr>
          <a:xfrm>
            <a:off x="2380538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3F1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53" name="Google Shape;753;p53"/>
          <p:cNvSpPr txBox="1">
            <a:spLocks noGrp="1"/>
          </p:cNvSpPr>
          <p:nvPr>
            <p:ph type="subTitle" idx="2"/>
          </p:nvPr>
        </p:nvSpPr>
        <p:spPr>
          <a:xfrm>
            <a:off x="12846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Research Focus</a:t>
            </a:r>
            <a:endParaRPr/>
          </a:p>
        </p:txBody>
      </p:sp>
      <p:sp>
        <p:nvSpPr>
          <p:cNvPr id="754" name="Google Shape;754;p53"/>
          <p:cNvSpPr txBox="1">
            <a:spLocks noGrp="1"/>
          </p:cNvSpPr>
          <p:nvPr>
            <p:ph type="subTitle" idx="2"/>
          </p:nvPr>
        </p:nvSpPr>
        <p:spPr>
          <a:xfrm>
            <a:off x="2752938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Data E-T-L</a:t>
            </a:r>
            <a:endParaRPr/>
          </a:p>
        </p:txBody>
      </p:sp>
      <p:sp>
        <p:nvSpPr>
          <p:cNvPr id="755" name="Google Shape;755;p53"/>
          <p:cNvSpPr txBox="1">
            <a:spLocks noGrp="1"/>
          </p:cNvSpPr>
          <p:nvPr>
            <p:ph type="subTitle" idx="2"/>
          </p:nvPr>
        </p:nvSpPr>
        <p:spPr>
          <a:xfrm>
            <a:off x="419826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756" name="Google Shape;756;p53"/>
          <p:cNvSpPr txBox="1">
            <a:spLocks noGrp="1"/>
          </p:cNvSpPr>
          <p:nvPr>
            <p:ph type="subTitle" idx="2"/>
          </p:nvPr>
        </p:nvSpPr>
        <p:spPr>
          <a:xfrm>
            <a:off x="56605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Key Insights</a:t>
            </a:r>
            <a:endParaRPr/>
          </a:p>
        </p:txBody>
      </p:sp>
      <p:cxnSp>
        <p:nvCxnSpPr>
          <p:cNvPr id="757" name="Google Shape;757;p53"/>
          <p:cNvCxnSpPr/>
          <p:nvPr/>
        </p:nvCxnSpPr>
        <p:spPr>
          <a:xfrm>
            <a:off x="228600" y="5009308"/>
            <a:ext cx="8686800" cy="23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58" name="Google Shape;758;p53"/>
          <p:cNvSpPr txBox="1">
            <a:spLocks noGrp="1"/>
          </p:cNvSpPr>
          <p:nvPr>
            <p:ph type="title" idx="4294967295"/>
          </p:nvPr>
        </p:nvSpPr>
        <p:spPr>
          <a:xfrm>
            <a:off x="0" y="486600"/>
            <a:ext cx="7290600" cy="8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/>
              <a:t>Collection &amp; Integration</a:t>
            </a:r>
            <a:endParaRPr sz="4000"/>
          </a:p>
        </p:txBody>
      </p:sp>
      <p:grpSp>
        <p:nvGrpSpPr>
          <p:cNvPr id="759" name="Google Shape;759;p53"/>
          <p:cNvGrpSpPr/>
          <p:nvPr/>
        </p:nvGrpSpPr>
        <p:grpSpPr>
          <a:xfrm>
            <a:off x="479444" y="1407003"/>
            <a:ext cx="3111580" cy="3273752"/>
            <a:chOff x="357446" y="1318824"/>
            <a:chExt cx="2908018" cy="3273752"/>
          </a:xfrm>
        </p:grpSpPr>
        <p:grpSp>
          <p:nvGrpSpPr>
            <p:cNvPr id="760" name="Google Shape;760;p53"/>
            <p:cNvGrpSpPr/>
            <p:nvPr/>
          </p:nvGrpSpPr>
          <p:grpSpPr>
            <a:xfrm>
              <a:off x="357446" y="1318824"/>
              <a:ext cx="2908018" cy="3273752"/>
              <a:chOff x="3180450" y="1122375"/>
              <a:chExt cx="2787862" cy="2937418"/>
            </a:xfrm>
          </p:grpSpPr>
          <p:sp>
            <p:nvSpPr>
              <p:cNvPr id="761" name="Google Shape;761;p53"/>
              <p:cNvSpPr/>
              <p:nvPr/>
            </p:nvSpPr>
            <p:spPr>
              <a:xfrm>
                <a:off x="3180450" y="1249993"/>
                <a:ext cx="2668800" cy="2809800"/>
              </a:xfrm>
              <a:prstGeom prst="roundRect">
                <a:avLst>
                  <a:gd name="adj" fmla="val 7295"/>
                </a:avLst>
              </a:prstGeom>
              <a:solidFill>
                <a:srgbClr val="ADC0D2"/>
              </a:solidFill>
              <a:ln w="1380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13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762" name="Google Shape;762;p53"/>
              <p:cNvSpPr/>
              <p:nvPr/>
            </p:nvSpPr>
            <p:spPr>
              <a:xfrm>
                <a:off x="3299512" y="1122375"/>
                <a:ext cx="2668800" cy="2809800"/>
              </a:xfrm>
              <a:prstGeom prst="roundRect">
                <a:avLst>
                  <a:gd name="adj" fmla="val 7084"/>
                </a:avLst>
              </a:prstGeom>
              <a:solidFill>
                <a:srgbClr val="E4F7BC"/>
              </a:solidFill>
              <a:ln w="1380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13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763" name="Google Shape;763;p53"/>
              <p:cNvSpPr/>
              <p:nvPr/>
            </p:nvSpPr>
            <p:spPr>
              <a:xfrm>
                <a:off x="3474738" y="1151508"/>
                <a:ext cx="2416200" cy="366000"/>
              </a:xfrm>
              <a:prstGeom prst="roundRect">
                <a:avLst>
                  <a:gd name="adj" fmla="val 16667"/>
                </a:avLst>
              </a:prstGeom>
              <a:noFill/>
              <a:ln>
                <a:noFill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b="1">
                    <a:latin typeface="Hanken Grotesk"/>
                    <a:ea typeface="Hanken Grotesk"/>
                    <a:cs typeface="Hanken Grotesk"/>
                    <a:sym typeface="Hanken Grotesk"/>
                  </a:rPr>
                  <a:t> E-T-L Intricacies</a:t>
                </a:r>
                <a:endParaRPr sz="1600" b="1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  <p:sp>
          <p:nvSpPr>
            <p:cNvPr id="764" name="Google Shape;764;p53"/>
            <p:cNvSpPr txBox="1"/>
            <p:nvPr/>
          </p:nvSpPr>
          <p:spPr>
            <a:xfrm>
              <a:off x="382559" y="1695911"/>
              <a:ext cx="2857800" cy="233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457200" lvl="0" indent="-317500" algn="l" rtl="0">
                <a:lnSpc>
                  <a:spcPct val="15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Automated scraping &amp; API requests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Monthly -&gt; quarterly conversion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Inflation standardization (2025 dollars)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Various other inconsistencies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pic>
        <p:nvPicPr>
          <p:cNvPr id="765" name="Google Shape;76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1450" y="1318800"/>
            <a:ext cx="4193012" cy="3273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54"/>
          <p:cNvSpPr/>
          <p:nvPr/>
        </p:nvSpPr>
        <p:spPr>
          <a:xfrm>
            <a:off x="5288126" y="1265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ADC0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71" name="Google Shape;771;p54"/>
          <p:cNvSpPr/>
          <p:nvPr/>
        </p:nvSpPr>
        <p:spPr>
          <a:xfrm>
            <a:off x="3825863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4F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72" name="Google Shape;772;p54"/>
          <p:cNvSpPr/>
          <p:nvPr/>
        </p:nvSpPr>
        <p:spPr>
          <a:xfrm>
            <a:off x="-298450" y="486600"/>
            <a:ext cx="9598500" cy="4897800"/>
          </a:xfrm>
          <a:prstGeom prst="rect">
            <a:avLst/>
          </a:prstGeom>
          <a:solidFill>
            <a:srgbClr val="E3F1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73" name="Google Shape;773;p54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74" name="Google Shape;774;p54"/>
          <p:cNvSpPr/>
          <p:nvPr/>
        </p:nvSpPr>
        <p:spPr>
          <a:xfrm>
            <a:off x="2380538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3F1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75" name="Google Shape;775;p54"/>
          <p:cNvSpPr txBox="1">
            <a:spLocks noGrp="1"/>
          </p:cNvSpPr>
          <p:nvPr>
            <p:ph type="subTitle" idx="2"/>
          </p:nvPr>
        </p:nvSpPr>
        <p:spPr>
          <a:xfrm>
            <a:off x="12846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Research Focus</a:t>
            </a:r>
            <a:endParaRPr/>
          </a:p>
        </p:txBody>
      </p:sp>
      <p:sp>
        <p:nvSpPr>
          <p:cNvPr id="776" name="Google Shape;776;p54"/>
          <p:cNvSpPr txBox="1">
            <a:spLocks noGrp="1"/>
          </p:cNvSpPr>
          <p:nvPr>
            <p:ph type="subTitle" idx="2"/>
          </p:nvPr>
        </p:nvSpPr>
        <p:spPr>
          <a:xfrm>
            <a:off x="2752938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Data E-T-L</a:t>
            </a:r>
            <a:endParaRPr/>
          </a:p>
        </p:txBody>
      </p:sp>
      <p:sp>
        <p:nvSpPr>
          <p:cNvPr id="777" name="Google Shape;777;p54"/>
          <p:cNvSpPr txBox="1">
            <a:spLocks noGrp="1"/>
          </p:cNvSpPr>
          <p:nvPr>
            <p:ph type="subTitle" idx="2"/>
          </p:nvPr>
        </p:nvSpPr>
        <p:spPr>
          <a:xfrm>
            <a:off x="419826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778" name="Google Shape;778;p54"/>
          <p:cNvSpPr txBox="1">
            <a:spLocks noGrp="1"/>
          </p:cNvSpPr>
          <p:nvPr>
            <p:ph type="subTitle" idx="2"/>
          </p:nvPr>
        </p:nvSpPr>
        <p:spPr>
          <a:xfrm>
            <a:off x="56605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Key Insights</a:t>
            </a:r>
            <a:endParaRPr/>
          </a:p>
        </p:txBody>
      </p:sp>
      <p:cxnSp>
        <p:nvCxnSpPr>
          <p:cNvPr id="779" name="Google Shape;779;p54"/>
          <p:cNvCxnSpPr/>
          <p:nvPr/>
        </p:nvCxnSpPr>
        <p:spPr>
          <a:xfrm>
            <a:off x="228600" y="5009308"/>
            <a:ext cx="8686800" cy="23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0" name="Google Shape;780;p54"/>
          <p:cNvSpPr txBox="1">
            <a:spLocks noGrp="1"/>
          </p:cNvSpPr>
          <p:nvPr>
            <p:ph type="title" idx="4294967295"/>
          </p:nvPr>
        </p:nvSpPr>
        <p:spPr>
          <a:xfrm>
            <a:off x="0" y="486600"/>
            <a:ext cx="7290600" cy="8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/>
              <a:t>Collection &amp; Integration</a:t>
            </a:r>
            <a:endParaRPr sz="4000"/>
          </a:p>
        </p:txBody>
      </p:sp>
      <p:grpSp>
        <p:nvGrpSpPr>
          <p:cNvPr id="781" name="Google Shape;781;p54"/>
          <p:cNvGrpSpPr/>
          <p:nvPr/>
        </p:nvGrpSpPr>
        <p:grpSpPr>
          <a:xfrm>
            <a:off x="479444" y="1407003"/>
            <a:ext cx="3111580" cy="3273752"/>
            <a:chOff x="357446" y="1318824"/>
            <a:chExt cx="2908018" cy="3273752"/>
          </a:xfrm>
        </p:grpSpPr>
        <p:grpSp>
          <p:nvGrpSpPr>
            <p:cNvPr id="782" name="Google Shape;782;p54"/>
            <p:cNvGrpSpPr/>
            <p:nvPr/>
          </p:nvGrpSpPr>
          <p:grpSpPr>
            <a:xfrm>
              <a:off x="357446" y="1318824"/>
              <a:ext cx="2908018" cy="3273752"/>
              <a:chOff x="3180450" y="1122375"/>
              <a:chExt cx="2787862" cy="2937418"/>
            </a:xfrm>
          </p:grpSpPr>
          <p:sp>
            <p:nvSpPr>
              <p:cNvPr id="783" name="Google Shape;783;p54"/>
              <p:cNvSpPr/>
              <p:nvPr/>
            </p:nvSpPr>
            <p:spPr>
              <a:xfrm>
                <a:off x="3180450" y="1249993"/>
                <a:ext cx="2668800" cy="2809800"/>
              </a:xfrm>
              <a:prstGeom prst="roundRect">
                <a:avLst>
                  <a:gd name="adj" fmla="val 7295"/>
                </a:avLst>
              </a:prstGeom>
              <a:solidFill>
                <a:srgbClr val="ADC0D2"/>
              </a:solidFill>
              <a:ln w="1380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13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784" name="Google Shape;784;p54"/>
              <p:cNvSpPr/>
              <p:nvPr/>
            </p:nvSpPr>
            <p:spPr>
              <a:xfrm>
                <a:off x="3299512" y="1122375"/>
                <a:ext cx="2668800" cy="2809800"/>
              </a:xfrm>
              <a:prstGeom prst="roundRect">
                <a:avLst>
                  <a:gd name="adj" fmla="val 7084"/>
                </a:avLst>
              </a:prstGeom>
              <a:solidFill>
                <a:srgbClr val="E4F7BC"/>
              </a:solidFill>
              <a:ln w="1380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13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785" name="Google Shape;785;p54"/>
              <p:cNvSpPr/>
              <p:nvPr/>
            </p:nvSpPr>
            <p:spPr>
              <a:xfrm>
                <a:off x="3474738" y="1151508"/>
                <a:ext cx="2416200" cy="366000"/>
              </a:xfrm>
              <a:prstGeom prst="roundRect">
                <a:avLst>
                  <a:gd name="adj" fmla="val 16667"/>
                </a:avLst>
              </a:prstGeom>
              <a:noFill/>
              <a:ln>
                <a:noFill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b="1">
                    <a:latin typeface="Hanken Grotesk"/>
                    <a:ea typeface="Hanken Grotesk"/>
                    <a:cs typeface="Hanken Grotesk"/>
                    <a:sym typeface="Hanken Grotesk"/>
                  </a:rPr>
                  <a:t> E-T-L Intricacies</a:t>
                </a:r>
                <a:endParaRPr sz="1600" b="1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  <p:sp>
          <p:nvSpPr>
            <p:cNvPr id="786" name="Google Shape;786;p54"/>
            <p:cNvSpPr txBox="1"/>
            <p:nvPr/>
          </p:nvSpPr>
          <p:spPr>
            <a:xfrm>
              <a:off x="382559" y="1695911"/>
              <a:ext cx="2857800" cy="233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457200" lvl="0" indent="-317500" algn="l" rtl="0">
                <a:lnSpc>
                  <a:spcPct val="15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Automated scraping &amp; API requests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Monthly -&gt; quarterly conversion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Inflation standardization (2025 dollars)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Various other inconsistencies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pic>
        <p:nvPicPr>
          <p:cNvPr id="787" name="Google Shape;78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2775" y="1375537"/>
            <a:ext cx="3668226" cy="3336674"/>
          </a:xfrm>
          <a:prstGeom prst="rect">
            <a:avLst/>
          </a:prstGeom>
          <a:solidFill>
            <a:srgbClr val="E3F1F9"/>
          </a:solidFill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55"/>
          <p:cNvSpPr/>
          <p:nvPr/>
        </p:nvSpPr>
        <p:spPr>
          <a:xfrm>
            <a:off x="5288126" y="1265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ADC0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93" name="Google Shape;793;p55"/>
          <p:cNvSpPr/>
          <p:nvPr/>
        </p:nvSpPr>
        <p:spPr>
          <a:xfrm>
            <a:off x="3825863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4F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94" name="Google Shape;794;p55"/>
          <p:cNvSpPr/>
          <p:nvPr/>
        </p:nvSpPr>
        <p:spPr>
          <a:xfrm>
            <a:off x="-298450" y="486600"/>
            <a:ext cx="9598500" cy="4897800"/>
          </a:xfrm>
          <a:prstGeom prst="rect">
            <a:avLst/>
          </a:prstGeom>
          <a:solidFill>
            <a:srgbClr val="E3F1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95" name="Google Shape;795;p55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96" name="Google Shape;796;p55"/>
          <p:cNvSpPr/>
          <p:nvPr/>
        </p:nvSpPr>
        <p:spPr>
          <a:xfrm>
            <a:off x="2380538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3F1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97" name="Google Shape;797;p55"/>
          <p:cNvSpPr txBox="1">
            <a:spLocks noGrp="1"/>
          </p:cNvSpPr>
          <p:nvPr>
            <p:ph type="subTitle" idx="2"/>
          </p:nvPr>
        </p:nvSpPr>
        <p:spPr>
          <a:xfrm>
            <a:off x="12846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Research Focus</a:t>
            </a:r>
            <a:endParaRPr/>
          </a:p>
        </p:txBody>
      </p:sp>
      <p:sp>
        <p:nvSpPr>
          <p:cNvPr id="798" name="Google Shape;798;p55"/>
          <p:cNvSpPr txBox="1">
            <a:spLocks noGrp="1"/>
          </p:cNvSpPr>
          <p:nvPr>
            <p:ph type="subTitle" idx="2"/>
          </p:nvPr>
        </p:nvSpPr>
        <p:spPr>
          <a:xfrm>
            <a:off x="2752938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Data E-T-L</a:t>
            </a:r>
            <a:endParaRPr/>
          </a:p>
        </p:txBody>
      </p:sp>
      <p:sp>
        <p:nvSpPr>
          <p:cNvPr id="799" name="Google Shape;799;p55"/>
          <p:cNvSpPr txBox="1">
            <a:spLocks noGrp="1"/>
          </p:cNvSpPr>
          <p:nvPr>
            <p:ph type="subTitle" idx="2"/>
          </p:nvPr>
        </p:nvSpPr>
        <p:spPr>
          <a:xfrm>
            <a:off x="419826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800" name="Google Shape;800;p55"/>
          <p:cNvSpPr txBox="1">
            <a:spLocks noGrp="1"/>
          </p:cNvSpPr>
          <p:nvPr>
            <p:ph type="subTitle" idx="2"/>
          </p:nvPr>
        </p:nvSpPr>
        <p:spPr>
          <a:xfrm>
            <a:off x="56605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Key Insights</a:t>
            </a:r>
            <a:endParaRPr/>
          </a:p>
        </p:txBody>
      </p:sp>
      <p:cxnSp>
        <p:nvCxnSpPr>
          <p:cNvPr id="801" name="Google Shape;801;p55"/>
          <p:cNvCxnSpPr/>
          <p:nvPr/>
        </p:nvCxnSpPr>
        <p:spPr>
          <a:xfrm>
            <a:off x="228600" y="5009308"/>
            <a:ext cx="8686800" cy="23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02" name="Google Shape;802;p55"/>
          <p:cNvSpPr txBox="1">
            <a:spLocks noGrp="1"/>
          </p:cNvSpPr>
          <p:nvPr>
            <p:ph type="title" idx="4294967295"/>
          </p:nvPr>
        </p:nvSpPr>
        <p:spPr>
          <a:xfrm>
            <a:off x="0" y="486600"/>
            <a:ext cx="7290600" cy="8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/>
              <a:t>Airfare Dataset Cleaning</a:t>
            </a:r>
            <a:endParaRPr sz="4000"/>
          </a:p>
        </p:txBody>
      </p:sp>
      <p:grpSp>
        <p:nvGrpSpPr>
          <p:cNvPr id="803" name="Google Shape;803;p55"/>
          <p:cNvGrpSpPr/>
          <p:nvPr/>
        </p:nvGrpSpPr>
        <p:grpSpPr>
          <a:xfrm>
            <a:off x="479444" y="1407003"/>
            <a:ext cx="3111580" cy="3273752"/>
            <a:chOff x="357446" y="1318824"/>
            <a:chExt cx="2908018" cy="3273752"/>
          </a:xfrm>
        </p:grpSpPr>
        <p:grpSp>
          <p:nvGrpSpPr>
            <p:cNvPr id="804" name="Google Shape;804;p55"/>
            <p:cNvGrpSpPr/>
            <p:nvPr/>
          </p:nvGrpSpPr>
          <p:grpSpPr>
            <a:xfrm>
              <a:off x="357446" y="1318824"/>
              <a:ext cx="2908018" cy="3273752"/>
              <a:chOff x="3180450" y="1122375"/>
              <a:chExt cx="2787862" cy="2937418"/>
            </a:xfrm>
          </p:grpSpPr>
          <p:sp>
            <p:nvSpPr>
              <p:cNvPr id="805" name="Google Shape;805;p55"/>
              <p:cNvSpPr/>
              <p:nvPr/>
            </p:nvSpPr>
            <p:spPr>
              <a:xfrm>
                <a:off x="3180450" y="1249993"/>
                <a:ext cx="2668800" cy="2809800"/>
              </a:xfrm>
              <a:prstGeom prst="roundRect">
                <a:avLst>
                  <a:gd name="adj" fmla="val 7295"/>
                </a:avLst>
              </a:prstGeom>
              <a:solidFill>
                <a:srgbClr val="ADC0D2"/>
              </a:solidFill>
              <a:ln w="1380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13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806" name="Google Shape;806;p55"/>
              <p:cNvSpPr/>
              <p:nvPr/>
            </p:nvSpPr>
            <p:spPr>
              <a:xfrm>
                <a:off x="3299512" y="1122375"/>
                <a:ext cx="2668800" cy="2809800"/>
              </a:xfrm>
              <a:prstGeom prst="roundRect">
                <a:avLst>
                  <a:gd name="adj" fmla="val 7084"/>
                </a:avLst>
              </a:prstGeom>
              <a:solidFill>
                <a:srgbClr val="E4F7BC"/>
              </a:solidFill>
              <a:ln w="1380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13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807" name="Google Shape;807;p55"/>
              <p:cNvSpPr/>
              <p:nvPr/>
            </p:nvSpPr>
            <p:spPr>
              <a:xfrm>
                <a:off x="3474738" y="1151508"/>
                <a:ext cx="2416200" cy="366000"/>
              </a:xfrm>
              <a:prstGeom prst="roundRect">
                <a:avLst>
                  <a:gd name="adj" fmla="val 16667"/>
                </a:avLst>
              </a:prstGeom>
              <a:noFill/>
              <a:ln>
                <a:noFill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b="1">
                    <a:latin typeface="Hanken Grotesk"/>
                    <a:ea typeface="Hanken Grotesk"/>
                    <a:cs typeface="Hanken Grotesk"/>
                    <a:sym typeface="Hanken Grotesk"/>
                  </a:rPr>
                  <a:t> BTS Dataset Intricacies</a:t>
                </a:r>
                <a:endParaRPr sz="1600" b="1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  <p:sp>
          <p:nvSpPr>
            <p:cNvPr id="808" name="Google Shape;808;p55"/>
            <p:cNvSpPr txBox="1"/>
            <p:nvPr/>
          </p:nvSpPr>
          <p:spPr>
            <a:xfrm>
              <a:off x="382559" y="1695911"/>
              <a:ext cx="2857800" cy="201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457200" lvl="0" indent="-317500" algn="l" rtl="0">
                <a:lnSpc>
                  <a:spcPct val="15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Fixed commas and dollar signs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Standardized numeric types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Filled missing carrier values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Removed redundant geocode columns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pic>
        <p:nvPicPr>
          <p:cNvPr id="809" name="Google Shape;809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2063" y="1610300"/>
            <a:ext cx="5318124" cy="2867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56"/>
          <p:cNvSpPr/>
          <p:nvPr/>
        </p:nvSpPr>
        <p:spPr>
          <a:xfrm>
            <a:off x="5288126" y="1265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ADC0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15" name="Google Shape;815;p56"/>
          <p:cNvSpPr/>
          <p:nvPr/>
        </p:nvSpPr>
        <p:spPr>
          <a:xfrm>
            <a:off x="3825863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4F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16" name="Google Shape;816;p56"/>
          <p:cNvSpPr/>
          <p:nvPr/>
        </p:nvSpPr>
        <p:spPr>
          <a:xfrm>
            <a:off x="-298450" y="486600"/>
            <a:ext cx="9598500" cy="4897800"/>
          </a:xfrm>
          <a:prstGeom prst="rect">
            <a:avLst/>
          </a:prstGeom>
          <a:solidFill>
            <a:srgbClr val="E3F1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17" name="Google Shape;817;p56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18" name="Google Shape;818;p56"/>
          <p:cNvSpPr/>
          <p:nvPr/>
        </p:nvSpPr>
        <p:spPr>
          <a:xfrm>
            <a:off x="2380538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3F1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19" name="Google Shape;819;p56"/>
          <p:cNvSpPr txBox="1">
            <a:spLocks noGrp="1"/>
          </p:cNvSpPr>
          <p:nvPr>
            <p:ph type="subTitle" idx="2"/>
          </p:nvPr>
        </p:nvSpPr>
        <p:spPr>
          <a:xfrm>
            <a:off x="12846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Research Focus</a:t>
            </a:r>
            <a:endParaRPr/>
          </a:p>
        </p:txBody>
      </p:sp>
      <p:sp>
        <p:nvSpPr>
          <p:cNvPr id="820" name="Google Shape;820;p56"/>
          <p:cNvSpPr txBox="1">
            <a:spLocks noGrp="1"/>
          </p:cNvSpPr>
          <p:nvPr>
            <p:ph type="subTitle" idx="2"/>
          </p:nvPr>
        </p:nvSpPr>
        <p:spPr>
          <a:xfrm>
            <a:off x="2752938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Data E-T-L</a:t>
            </a:r>
            <a:endParaRPr/>
          </a:p>
        </p:txBody>
      </p:sp>
      <p:sp>
        <p:nvSpPr>
          <p:cNvPr id="821" name="Google Shape;821;p56"/>
          <p:cNvSpPr txBox="1">
            <a:spLocks noGrp="1"/>
          </p:cNvSpPr>
          <p:nvPr>
            <p:ph type="subTitle" idx="2"/>
          </p:nvPr>
        </p:nvSpPr>
        <p:spPr>
          <a:xfrm>
            <a:off x="419826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822" name="Google Shape;822;p56"/>
          <p:cNvSpPr txBox="1">
            <a:spLocks noGrp="1"/>
          </p:cNvSpPr>
          <p:nvPr>
            <p:ph type="subTitle" idx="2"/>
          </p:nvPr>
        </p:nvSpPr>
        <p:spPr>
          <a:xfrm>
            <a:off x="56605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Key Insights</a:t>
            </a:r>
            <a:endParaRPr/>
          </a:p>
        </p:txBody>
      </p:sp>
      <p:cxnSp>
        <p:nvCxnSpPr>
          <p:cNvPr id="823" name="Google Shape;823;p56"/>
          <p:cNvCxnSpPr/>
          <p:nvPr/>
        </p:nvCxnSpPr>
        <p:spPr>
          <a:xfrm>
            <a:off x="228600" y="5009308"/>
            <a:ext cx="8686800" cy="23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4" name="Google Shape;824;p56"/>
          <p:cNvSpPr txBox="1">
            <a:spLocks noGrp="1"/>
          </p:cNvSpPr>
          <p:nvPr>
            <p:ph type="title" idx="4294967295"/>
          </p:nvPr>
        </p:nvSpPr>
        <p:spPr>
          <a:xfrm>
            <a:off x="0" y="486600"/>
            <a:ext cx="7290600" cy="8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/>
              <a:t>Baggage Dataset Cleaning</a:t>
            </a:r>
            <a:endParaRPr sz="4000"/>
          </a:p>
        </p:txBody>
      </p:sp>
      <p:grpSp>
        <p:nvGrpSpPr>
          <p:cNvPr id="825" name="Google Shape;825;p56"/>
          <p:cNvGrpSpPr/>
          <p:nvPr/>
        </p:nvGrpSpPr>
        <p:grpSpPr>
          <a:xfrm>
            <a:off x="479444" y="1407003"/>
            <a:ext cx="3111580" cy="3273752"/>
            <a:chOff x="357446" y="1318824"/>
            <a:chExt cx="2908018" cy="3273752"/>
          </a:xfrm>
        </p:grpSpPr>
        <p:grpSp>
          <p:nvGrpSpPr>
            <p:cNvPr id="826" name="Google Shape;826;p56"/>
            <p:cNvGrpSpPr/>
            <p:nvPr/>
          </p:nvGrpSpPr>
          <p:grpSpPr>
            <a:xfrm>
              <a:off x="357446" y="1318824"/>
              <a:ext cx="2908018" cy="3273752"/>
              <a:chOff x="3180450" y="1122375"/>
              <a:chExt cx="2787862" cy="2937418"/>
            </a:xfrm>
          </p:grpSpPr>
          <p:sp>
            <p:nvSpPr>
              <p:cNvPr id="827" name="Google Shape;827;p56"/>
              <p:cNvSpPr/>
              <p:nvPr/>
            </p:nvSpPr>
            <p:spPr>
              <a:xfrm>
                <a:off x="3180450" y="1249993"/>
                <a:ext cx="2668800" cy="2809800"/>
              </a:xfrm>
              <a:prstGeom prst="roundRect">
                <a:avLst>
                  <a:gd name="adj" fmla="val 7295"/>
                </a:avLst>
              </a:prstGeom>
              <a:solidFill>
                <a:srgbClr val="ADC0D2"/>
              </a:solidFill>
              <a:ln w="1380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13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828" name="Google Shape;828;p56"/>
              <p:cNvSpPr/>
              <p:nvPr/>
            </p:nvSpPr>
            <p:spPr>
              <a:xfrm>
                <a:off x="3299512" y="1122375"/>
                <a:ext cx="2668800" cy="2809800"/>
              </a:xfrm>
              <a:prstGeom prst="roundRect">
                <a:avLst>
                  <a:gd name="adj" fmla="val 7084"/>
                </a:avLst>
              </a:prstGeom>
              <a:solidFill>
                <a:srgbClr val="E4F7BC"/>
              </a:solidFill>
              <a:ln w="1380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13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829" name="Google Shape;829;p56"/>
              <p:cNvSpPr/>
              <p:nvPr/>
            </p:nvSpPr>
            <p:spPr>
              <a:xfrm>
                <a:off x="3474738" y="1195335"/>
                <a:ext cx="2416200" cy="366000"/>
              </a:xfrm>
              <a:prstGeom prst="roundRect">
                <a:avLst>
                  <a:gd name="adj" fmla="val 16667"/>
                </a:avLst>
              </a:prstGeom>
              <a:noFill/>
              <a:ln>
                <a:noFill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b="1">
                    <a:latin typeface="Hanken Grotesk"/>
                    <a:ea typeface="Hanken Grotesk"/>
                    <a:cs typeface="Hanken Grotesk"/>
                    <a:sym typeface="Hanken Grotesk"/>
                  </a:rPr>
                  <a:t> Baggage Dataset Intricacies</a:t>
                </a:r>
                <a:endParaRPr sz="1600" b="1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  <p:sp>
          <p:nvSpPr>
            <p:cNvPr id="830" name="Google Shape;830;p56"/>
            <p:cNvSpPr txBox="1"/>
            <p:nvPr/>
          </p:nvSpPr>
          <p:spPr>
            <a:xfrm>
              <a:off x="382559" y="1854661"/>
              <a:ext cx="2857800" cy="201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457200" lvl="0" indent="-317500" algn="l" rtl="0">
                <a:lnSpc>
                  <a:spcPct val="15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Excel/CSV files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19 sheets with inconsistent formats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Custom header-finder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Converted wide → long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Standardized quarterly values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pic>
        <p:nvPicPr>
          <p:cNvPr id="831" name="Google Shape;83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5225" y="1407000"/>
            <a:ext cx="4167553" cy="3273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57"/>
          <p:cNvSpPr/>
          <p:nvPr/>
        </p:nvSpPr>
        <p:spPr>
          <a:xfrm>
            <a:off x="5288126" y="1265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ADC0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37" name="Google Shape;837;p57"/>
          <p:cNvSpPr/>
          <p:nvPr/>
        </p:nvSpPr>
        <p:spPr>
          <a:xfrm>
            <a:off x="3825863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4F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38" name="Google Shape;838;p57"/>
          <p:cNvSpPr/>
          <p:nvPr/>
        </p:nvSpPr>
        <p:spPr>
          <a:xfrm>
            <a:off x="-298450" y="486600"/>
            <a:ext cx="9598500" cy="4897800"/>
          </a:xfrm>
          <a:prstGeom prst="rect">
            <a:avLst/>
          </a:prstGeom>
          <a:solidFill>
            <a:srgbClr val="E3F1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39" name="Google Shape;839;p57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40" name="Google Shape;840;p57"/>
          <p:cNvSpPr/>
          <p:nvPr/>
        </p:nvSpPr>
        <p:spPr>
          <a:xfrm>
            <a:off x="2380538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3F1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41" name="Google Shape;841;p57"/>
          <p:cNvSpPr txBox="1">
            <a:spLocks noGrp="1"/>
          </p:cNvSpPr>
          <p:nvPr>
            <p:ph type="subTitle" idx="2"/>
          </p:nvPr>
        </p:nvSpPr>
        <p:spPr>
          <a:xfrm>
            <a:off x="12846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Research Focus</a:t>
            </a:r>
            <a:endParaRPr/>
          </a:p>
        </p:txBody>
      </p:sp>
      <p:sp>
        <p:nvSpPr>
          <p:cNvPr id="842" name="Google Shape;842;p57"/>
          <p:cNvSpPr txBox="1">
            <a:spLocks noGrp="1"/>
          </p:cNvSpPr>
          <p:nvPr>
            <p:ph type="subTitle" idx="2"/>
          </p:nvPr>
        </p:nvSpPr>
        <p:spPr>
          <a:xfrm>
            <a:off x="2752938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Data E-T-L</a:t>
            </a:r>
            <a:endParaRPr/>
          </a:p>
        </p:txBody>
      </p:sp>
      <p:sp>
        <p:nvSpPr>
          <p:cNvPr id="843" name="Google Shape;843;p57"/>
          <p:cNvSpPr txBox="1">
            <a:spLocks noGrp="1"/>
          </p:cNvSpPr>
          <p:nvPr>
            <p:ph type="subTitle" idx="2"/>
          </p:nvPr>
        </p:nvSpPr>
        <p:spPr>
          <a:xfrm>
            <a:off x="419826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844" name="Google Shape;844;p57"/>
          <p:cNvSpPr txBox="1">
            <a:spLocks noGrp="1"/>
          </p:cNvSpPr>
          <p:nvPr>
            <p:ph type="subTitle" idx="2"/>
          </p:nvPr>
        </p:nvSpPr>
        <p:spPr>
          <a:xfrm>
            <a:off x="56605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Key Insights</a:t>
            </a:r>
            <a:endParaRPr/>
          </a:p>
        </p:txBody>
      </p:sp>
      <p:cxnSp>
        <p:nvCxnSpPr>
          <p:cNvPr id="845" name="Google Shape;845;p57"/>
          <p:cNvCxnSpPr/>
          <p:nvPr/>
        </p:nvCxnSpPr>
        <p:spPr>
          <a:xfrm>
            <a:off x="228600" y="5009308"/>
            <a:ext cx="8686800" cy="23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46" name="Google Shape;846;p57"/>
          <p:cNvSpPr txBox="1">
            <a:spLocks noGrp="1"/>
          </p:cNvSpPr>
          <p:nvPr>
            <p:ph type="title" idx="4294967295"/>
          </p:nvPr>
        </p:nvSpPr>
        <p:spPr>
          <a:xfrm>
            <a:off x="0" y="486600"/>
            <a:ext cx="7290600" cy="8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/>
              <a:t>Final Dataset Structure</a:t>
            </a:r>
            <a:endParaRPr sz="4000"/>
          </a:p>
        </p:txBody>
      </p:sp>
      <p:grpSp>
        <p:nvGrpSpPr>
          <p:cNvPr id="847" name="Google Shape;847;p57"/>
          <p:cNvGrpSpPr/>
          <p:nvPr/>
        </p:nvGrpSpPr>
        <p:grpSpPr>
          <a:xfrm>
            <a:off x="479451" y="1407028"/>
            <a:ext cx="3111580" cy="2321418"/>
            <a:chOff x="357446" y="1318824"/>
            <a:chExt cx="2908018" cy="3273752"/>
          </a:xfrm>
        </p:grpSpPr>
        <p:grpSp>
          <p:nvGrpSpPr>
            <p:cNvPr id="848" name="Google Shape;848;p57"/>
            <p:cNvGrpSpPr/>
            <p:nvPr/>
          </p:nvGrpSpPr>
          <p:grpSpPr>
            <a:xfrm>
              <a:off x="357446" y="1318824"/>
              <a:ext cx="2908018" cy="3273752"/>
              <a:chOff x="3180450" y="1122375"/>
              <a:chExt cx="2787862" cy="2937418"/>
            </a:xfrm>
          </p:grpSpPr>
          <p:sp>
            <p:nvSpPr>
              <p:cNvPr id="849" name="Google Shape;849;p57"/>
              <p:cNvSpPr/>
              <p:nvPr/>
            </p:nvSpPr>
            <p:spPr>
              <a:xfrm>
                <a:off x="3180450" y="1249993"/>
                <a:ext cx="2668800" cy="2809800"/>
              </a:xfrm>
              <a:prstGeom prst="roundRect">
                <a:avLst>
                  <a:gd name="adj" fmla="val 7295"/>
                </a:avLst>
              </a:prstGeom>
              <a:solidFill>
                <a:srgbClr val="ADC0D2"/>
              </a:solidFill>
              <a:ln w="1380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13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850" name="Google Shape;850;p57"/>
              <p:cNvSpPr/>
              <p:nvPr/>
            </p:nvSpPr>
            <p:spPr>
              <a:xfrm>
                <a:off x="3299512" y="1122375"/>
                <a:ext cx="2668800" cy="2809800"/>
              </a:xfrm>
              <a:prstGeom prst="roundRect">
                <a:avLst>
                  <a:gd name="adj" fmla="val 7084"/>
                </a:avLst>
              </a:prstGeom>
              <a:solidFill>
                <a:srgbClr val="E4F7BC"/>
              </a:solidFill>
              <a:ln w="1380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13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851" name="Google Shape;851;p57"/>
              <p:cNvSpPr/>
              <p:nvPr/>
            </p:nvSpPr>
            <p:spPr>
              <a:xfrm>
                <a:off x="3474738" y="1151508"/>
                <a:ext cx="2416200" cy="366000"/>
              </a:xfrm>
              <a:prstGeom prst="roundRect">
                <a:avLst>
                  <a:gd name="adj" fmla="val 16667"/>
                </a:avLst>
              </a:prstGeom>
              <a:noFill/>
              <a:ln>
                <a:noFill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b="1">
                    <a:latin typeface="Hanken Grotesk"/>
                    <a:ea typeface="Hanken Grotesk"/>
                    <a:cs typeface="Hanken Grotesk"/>
                    <a:sym typeface="Hanken Grotesk"/>
                  </a:rPr>
                  <a:t> Final Dataset Intricacies</a:t>
                </a:r>
                <a:endParaRPr sz="1600" b="1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  <p:sp>
          <p:nvSpPr>
            <p:cNvPr id="852" name="Google Shape;852;p57"/>
            <p:cNvSpPr txBox="1"/>
            <p:nvPr/>
          </p:nvSpPr>
          <p:spPr>
            <a:xfrm>
              <a:off x="395276" y="1791858"/>
              <a:ext cx="2857800" cy="238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457200" lvl="0" indent="-317500" algn="l" rtl="0">
                <a:lnSpc>
                  <a:spcPct val="15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2010Q1–2025Q4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Weighted average fares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Real WTI oil prices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Real baggage revenue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Passenger counts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pic>
        <p:nvPicPr>
          <p:cNvPr id="853" name="Google Shape;85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4239" y="1970975"/>
            <a:ext cx="4953776" cy="120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58"/>
          <p:cNvSpPr/>
          <p:nvPr/>
        </p:nvSpPr>
        <p:spPr>
          <a:xfrm>
            <a:off x="3825863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4F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59" name="Google Shape;859;p58"/>
          <p:cNvSpPr/>
          <p:nvPr/>
        </p:nvSpPr>
        <p:spPr>
          <a:xfrm>
            <a:off x="5288126" y="1265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ADC0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60" name="Google Shape;860;p58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61" name="Google Shape;861;p58"/>
          <p:cNvSpPr/>
          <p:nvPr/>
        </p:nvSpPr>
        <p:spPr>
          <a:xfrm>
            <a:off x="2380538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3F1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62" name="Google Shape;862;p58"/>
          <p:cNvSpPr txBox="1">
            <a:spLocks noGrp="1"/>
          </p:cNvSpPr>
          <p:nvPr>
            <p:ph type="subTitle" idx="2"/>
          </p:nvPr>
        </p:nvSpPr>
        <p:spPr>
          <a:xfrm>
            <a:off x="12846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Research Focus</a:t>
            </a:r>
            <a:endParaRPr/>
          </a:p>
        </p:txBody>
      </p:sp>
      <p:sp>
        <p:nvSpPr>
          <p:cNvPr id="863" name="Google Shape;863;p58"/>
          <p:cNvSpPr txBox="1">
            <a:spLocks noGrp="1"/>
          </p:cNvSpPr>
          <p:nvPr>
            <p:ph type="subTitle" idx="2"/>
          </p:nvPr>
        </p:nvSpPr>
        <p:spPr>
          <a:xfrm>
            <a:off x="2752938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Data E-T-L</a:t>
            </a:r>
            <a:endParaRPr/>
          </a:p>
        </p:txBody>
      </p:sp>
      <p:sp>
        <p:nvSpPr>
          <p:cNvPr id="864" name="Google Shape;864;p58"/>
          <p:cNvSpPr txBox="1">
            <a:spLocks noGrp="1"/>
          </p:cNvSpPr>
          <p:nvPr>
            <p:ph type="subTitle" idx="2"/>
          </p:nvPr>
        </p:nvSpPr>
        <p:spPr>
          <a:xfrm>
            <a:off x="419826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865" name="Google Shape;865;p58"/>
          <p:cNvSpPr/>
          <p:nvPr/>
        </p:nvSpPr>
        <p:spPr>
          <a:xfrm rot="-215">
            <a:off x="-454656" y="483429"/>
            <a:ext cx="9598500" cy="4897800"/>
          </a:xfrm>
          <a:prstGeom prst="rect">
            <a:avLst/>
          </a:prstGeom>
          <a:solidFill>
            <a:srgbClr val="E4F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66" name="Google Shape;866;p58"/>
          <p:cNvSpPr txBox="1">
            <a:spLocks noGrp="1"/>
          </p:cNvSpPr>
          <p:nvPr>
            <p:ph type="subTitle" idx="2"/>
          </p:nvPr>
        </p:nvSpPr>
        <p:spPr>
          <a:xfrm>
            <a:off x="56605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Key Insights</a:t>
            </a:r>
            <a:endParaRPr/>
          </a:p>
        </p:txBody>
      </p:sp>
      <p:grpSp>
        <p:nvGrpSpPr>
          <p:cNvPr id="867" name="Google Shape;867;p58"/>
          <p:cNvGrpSpPr/>
          <p:nvPr/>
        </p:nvGrpSpPr>
        <p:grpSpPr>
          <a:xfrm>
            <a:off x="2051496" y="1725313"/>
            <a:ext cx="4586211" cy="1692865"/>
            <a:chOff x="357443" y="547520"/>
            <a:chExt cx="2440123" cy="4045077"/>
          </a:xfrm>
        </p:grpSpPr>
        <p:grpSp>
          <p:nvGrpSpPr>
            <p:cNvPr id="868" name="Google Shape;868;p58"/>
            <p:cNvGrpSpPr/>
            <p:nvPr/>
          </p:nvGrpSpPr>
          <p:grpSpPr>
            <a:xfrm>
              <a:off x="357443" y="1017621"/>
              <a:ext cx="2440123" cy="3574976"/>
              <a:chOff x="3180448" y="852117"/>
              <a:chExt cx="2339299" cy="3207695"/>
            </a:xfrm>
          </p:grpSpPr>
          <p:sp>
            <p:nvSpPr>
              <p:cNvPr id="869" name="Google Shape;869;p58"/>
              <p:cNvSpPr/>
              <p:nvPr/>
            </p:nvSpPr>
            <p:spPr>
              <a:xfrm>
                <a:off x="3180448" y="1250012"/>
                <a:ext cx="2274600" cy="2809800"/>
              </a:xfrm>
              <a:prstGeom prst="roundRect">
                <a:avLst>
                  <a:gd name="adj" fmla="val 7295"/>
                </a:avLst>
              </a:prstGeom>
              <a:solidFill>
                <a:srgbClr val="E3F1F9"/>
              </a:solidFill>
              <a:ln w="5125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5875" tIns="245875" rIns="245875" bIns="245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765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870" name="Google Shape;870;p58"/>
              <p:cNvSpPr/>
              <p:nvPr/>
            </p:nvSpPr>
            <p:spPr>
              <a:xfrm>
                <a:off x="3245147" y="852117"/>
                <a:ext cx="2274600" cy="2809800"/>
              </a:xfrm>
              <a:prstGeom prst="roundRect">
                <a:avLst>
                  <a:gd name="adj" fmla="val 7084"/>
                </a:avLst>
              </a:prstGeom>
              <a:solidFill>
                <a:schemeClr val="lt1"/>
              </a:solidFill>
              <a:ln w="5125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5875" tIns="245875" rIns="245875" bIns="245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765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</p:grpSp>
        <p:sp>
          <p:nvSpPr>
            <p:cNvPr id="871" name="Google Shape;871;p58"/>
            <p:cNvSpPr txBox="1"/>
            <p:nvPr/>
          </p:nvSpPr>
          <p:spPr>
            <a:xfrm>
              <a:off x="442147" y="547520"/>
              <a:ext cx="2338200" cy="384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9575" tIns="339575" rIns="339575" bIns="33957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 b="1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Analysis</a:t>
              </a:r>
              <a:endParaRPr sz="60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59"/>
          <p:cNvSpPr/>
          <p:nvPr/>
        </p:nvSpPr>
        <p:spPr>
          <a:xfrm>
            <a:off x="5288126" y="1265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ADC0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77" name="Google Shape;877;p59"/>
          <p:cNvSpPr/>
          <p:nvPr/>
        </p:nvSpPr>
        <p:spPr>
          <a:xfrm>
            <a:off x="-298450" y="486600"/>
            <a:ext cx="9598500" cy="4897800"/>
          </a:xfrm>
          <a:prstGeom prst="rect">
            <a:avLst/>
          </a:prstGeom>
          <a:solidFill>
            <a:srgbClr val="E4F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78" name="Google Shape;878;p59"/>
          <p:cNvSpPr/>
          <p:nvPr/>
        </p:nvSpPr>
        <p:spPr>
          <a:xfrm>
            <a:off x="2380538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3F1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79" name="Google Shape;879;p59"/>
          <p:cNvSpPr/>
          <p:nvPr/>
        </p:nvSpPr>
        <p:spPr>
          <a:xfrm>
            <a:off x="3825863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4F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80" name="Google Shape;880;p59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81" name="Google Shape;881;p59"/>
          <p:cNvSpPr txBox="1">
            <a:spLocks noGrp="1"/>
          </p:cNvSpPr>
          <p:nvPr>
            <p:ph type="subTitle" idx="2"/>
          </p:nvPr>
        </p:nvSpPr>
        <p:spPr>
          <a:xfrm>
            <a:off x="12846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Research Focus</a:t>
            </a:r>
            <a:endParaRPr/>
          </a:p>
        </p:txBody>
      </p:sp>
      <p:sp>
        <p:nvSpPr>
          <p:cNvPr id="882" name="Google Shape;882;p59"/>
          <p:cNvSpPr txBox="1">
            <a:spLocks noGrp="1"/>
          </p:cNvSpPr>
          <p:nvPr>
            <p:ph type="subTitle" idx="2"/>
          </p:nvPr>
        </p:nvSpPr>
        <p:spPr>
          <a:xfrm>
            <a:off x="2752938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Data E-T-L</a:t>
            </a:r>
            <a:endParaRPr/>
          </a:p>
        </p:txBody>
      </p:sp>
      <p:sp>
        <p:nvSpPr>
          <p:cNvPr id="883" name="Google Shape;883;p59"/>
          <p:cNvSpPr txBox="1">
            <a:spLocks noGrp="1"/>
          </p:cNvSpPr>
          <p:nvPr>
            <p:ph type="subTitle" idx="2"/>
          </p:nvPr>
        </p:nvSpPr>
        <p:spPr>
          <a:xfrm>
            <a:off x="419826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884" name="Google Shape;884;p59"/>
          <p:cNvSpPr txBox="1">
            <a:spLocks noGrp="1"/>
          </p:cNvSpPr>
          <p:nvPr>
            <p:ph type="subTitle" idx="2"/>
          </p:nvPr>
        </p:nvSpPr>
        <p:spPr>
          <a:xfrm>
            <a:off x="56605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Key Insights</a:t>
            </a:r>
            <a:endParaRPr/>
          </a:p>
        </p:txBody>
      </p:sp>
      <p:cxnSp>
        <p:nvCxnSpPr>
          <p:cNvPr id="885" name="Google Shape;885;p59"/>
          <p:cNvCxnSpPr/>
          <p:nvPr/>
        </p:nvCxnSpPr>
        <p:spPr>
          <a:xfrm>
            <a:off x="228600" y="5009308"/>
            <a:ext cx="8686800" cy="23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6" name="Google Shape;886;p59"/>
          <p:cNvSpPr txBox="1">
            <a:spLocks noGrp="1"/>
          </p:cNvSpPr>
          <p:nvPr>
            <p:ph type="title" idx="4294967295"/>
          </p:nvPr>
        </p:nvSpPr>
        <p:spPr>
          <a:xfrm>
            <a:off x="0" y="486600"/>
            <a:ext cx="7290600" cy="8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/>
              <a:t>Oil Prices vs Airfares</a:t>
            </a:r>
            <a:endParaRPr sz="4000"/>
          </a:p>
        </p:txBody>
      </p:sp>
      <p:grpSp>
        <p:nvGrpSpPr>
          <p:cNvPr id="887" name="Google Shape;887;p59"/>
          <p:cNvGrpSpPr/>
          <p:nvPr/>
        </p:nvGrpSpPr>
        <p:grpSpPr>
          <a:xfrm>
            <a:off x="479444" y="1407003"/>
            <a:ext cx="3111580" cy="3273752"/>
            <a:chOff x="357446" y="1318824"/>
            <a:chExt cx="2908018" cy="3273752"/>
          </a:xfrm>
        </p:grpSpPr>
        <p:grpSp>
          <p:nvGrpSpPr>
            <p:cNvPr id="888" name="Google Shape;888;p59"/>
            <p:cNvGrpSpPr/>
            <p:nvPr/>
          </p:nvGrpSpPr>
          <p:grpSpPr>
            <a:xfrm>
              <a:off x="357446" y="1318824"/>
              <a:ext cx="2908018" cy="3273752"/>
              <a:chOff x="3180450" y="1122375"/>
              <a:chExt cx="2787862" cy="2937418"/>
            </a:xfrm>
          </p:grpSpPr>
          <p:sp>
            <p:nvSpPr>
              <p:cNvPr id="889" name="Google Shape;889;p59"/>
              <p:cNvSpPr/>
              <p:nvPr/>
            </p:nvSpPr>
            <p:spPr>
              <a:xfrm>
                <a:off x="3180450" y="1249993"/>
                <a:ext cx="2668800" cy="2809800"/>
              </a:xfrm>
              <a:prstGeom prst="roundRect">
                <a:avLst>
                  <a:gd name="adj" fmla="val 7295"/>
                </a:avLst>
              </a:prstGeom>
              <a:solidFill>
                <a:srgbClr val="E3F1F9"/>
              </a:solidFill>
              <a:ln w="1380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13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890" name="Google Shape;890;p59"/>
              <p:cNvSpPr/>
              <p:nvPr/>
            </p:nvSpPr>
            <p:spPr>
              <a:xfrm>
                <a:off x="3299512" y="1122375"/>
                <a:ext cx="2668800" cy="2809800"/>
              </a:xfrm>
              <a:prstGeom prst="roundRect">
                <a:avLst>
                  <a:gd name="adj" fmla="val 7084"/>
                </a:avLst>
              </a:prstGeom>
              <a:solidFill>
                <a:srgbClr val="ADC0D2"/>
              </a:solidFill>
              <a:ln w="1380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13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891" name="Google Shape;891;p59"/>
              <p:cNvSpPr/>
              <p:nvPr/>
            </p:nvSpPr>
            <p:spPr>
              <a:xfrm>
                <a:off x="3474738" y="1151508"/>
                <a:ext cx="2416200" cy="366000"/>
              </a:xfrm>
              <a:prstGeom prst="roundRect">
                <a:avLst>
                  <a:gd name="adj" fmla="val 16667"/>
                </a:avLst>
              </a:prstGeom>
              <a:noFill/>
              <a:ln>
                <a:noFill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b="1">
                    <a:latin typeface="Hanken Grotesk"/>
                    <a:ea typeface="Hanken Grotesk"/>
                    <a:cs typeface="Hanken Grotesk"/>
                    <a:sym typeface="Hanken Grotesk"/>
                  </a:rPr>
                  <a:t>Insight #1: Oil -&gt; Fares</a:t>
                </a:r>
                <a:endParaRPr sz="1600" b="1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  <p:sp>
          <p:nvSpPr>
            <p:cNvPr id="892" name="Google Shape;892;p59"/>
            <p:cNvSpPr txBox="1"/>
            <p:nvPr/>
          </p:nvSpPr>
          <p:spPr>
            <a:xfrm>
              <a:off x="382559" y="1695911"/>
              <a:ext cx="2857800" cy="13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457200" lvl="0" indent="-317500" algn="l" rtl="0">
                <a:lnSpc>
                  <a:spcPct val="15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Linear regression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R² negative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Slope ≈ near zero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Oil is a bad predictor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pic>
        <p:nvPicPr>
          <p:cNvPr id="893" name="Google Shape;893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8404" y="1407000"/>
            <a:ext cx="5108636" cy="3273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60"/>
          <p:cNvSpPr/>
          <p:nvPr/>
        </p:nvSpPr>
        <p:spPr>
          <a:xfrm>
            <a:off x="5288126" y="1265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ADC0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99" name="Google Shape;899;p60"/>
          <p:cNvSpPr/>
          <p:nvPr/>
        </p:nvSpPr>
        <p:spPr>
          <a:xfrm>
            <a:off x="-298450" y="486600"/>
            <a:ext cx="9598500" cy="4897800"/>
          </a:xfrm>
          <a:prstGeom prst="rect">
            <a:avLst/>
          </a:prstGeom>
          <a:solidFill>
            <a:srgbClr val="E4F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00" name="Google Shape;900;p60"/>
          <p:cNvSpPr/>
          <p:nvPr/>
        </p:nvSpPr>
        <p:spPr>
          <a:xfrm>
            <a:off x="2380538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3F1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01" name="Google Shape;901;p60"/>
          <p:cNvSpPr/>
          <p:nvPr/>
        </p:nvSpPr>
        <p:spPr>
          <a:xfrm>
            <a:off x="3825863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4F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02" name="Google Shape;902;p60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03" name="Google Shape;903;p60"/>
          <p:cNvSpPr txBox="1">
            <a:spLocks noGrp="1"/>
          </p:cNvSpPr>
          <p:nvPr>
            <p:ph type="subTitle" idx="2"/>
          </p:nvPr>
        </p:nvSpPr>
        <p:spPr>
          <a:xfrm>
            <a:off x="12846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Research Focus</a:t>
            </a:r>
            <a:endParaRPr/>
          </a:p>
        </p:txBody>
      </p:sp>
      <p:sp>
        <p:nvSpPr>
          <p:cNvPr id="904" name="Google Shape;904;p60"/>
          <p:cNvSpPr txBox="1">
            <a:spLocks noGrp="1"/>
          </p:cNvSpPr>
          <p:nvPr>
            <p:ph type="subTitle" idx="2"/>
          </p:nvPr>
        </p:nvSpPr>
        <p:spPr>
          <a:xfrm>
            <a:off x="2752938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Data E-T-L</a:t>
            </a:r>
            <a:endParaRPr/>
          </a:p>
        </p:txBody>
      </p:sp>
      <p:sp>
        <p:nvSpPr>
          <p:cNvPr id="905" name="Google Shape;905;p60"/>
          <p:cNvSpPr txBox="1">
            <a:spLocks noGrp="1"/>
          </p:cNvSpPr>
          <p:nvPr>
            <p:ph type="subTitle" idx="2"/>
          </p:nvPr>
        </p:nvSpPr>
        <p:spPr>
          <a:xfrm>
            <a:off x="419826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906" name="Google Shape;906;p60"/>
          <p:cNvSpPr txBox="1">
            <a:spLocks noGrp="1"/>
          </p:cNvSpPr>
          <p:nvPr>
            <p:ph type="subTitle" idx="2"/>
          </p:nvPr>
        </p:nvSpPr>
        <p:spPr>
          <a:xfrm>
            <a:off x="56605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Key Insights</a:t>
            </a:r>
            <a:endParaRPr/>
          </a:p>
        </p:txBody>
      </p:sp>
      <p:cxnSp>
        <p:nvCxnSpPr>
          <p:cNvPr id="907" name="Google Shape;907;p60"/>
          <p:cNvCxnSpPr/>
          <p:nvPr/>
        </p:nvCxnSpPr>
        <p:spPr>
          <a:xfrm>
            <a:off x="228600" y="5009308"/>
            <a:ext cx="8686800" cy="23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08" name="Google Shape;908;p60"/>
          <p:cNvSpPr txBox="1">
            <a:spLocks noGrp="1"/>
          </p:cNvSpPr>
          <p:nvPr>
            <p:ph type="title" idx="4294967295"/>
          </p:nvPr>
        </p:nvSpPr>
        <p:spPr>
          <a:xfrm>
            <a:off x="0" y="486600"/>
            <a:ext cx="7290600" cy="8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/>
              <a:t>Oil Prices vs Baggage Fees</a:t>
            </a:r>
            <a:endParaRPr sz="4000"/>
          </a:p>
        </p:txBody>
      </p:sp>
      <p:grpSp>
        <p:nvGrpSpPr>
          <p:cNvPr id="909" name="Google Shape;909;p60"/>
          <p:cNvGrpSpPr/>
          <p:nvPr/>
        </p:nvGrpSpPr>
        <p:grpSpPr>
          <a:xfrm>
            <a:off x="479444" y="1407003"/>
            <a:ext cx="3111580" cy="3273752"/>
            <a:chOff x="357446" y="1318824"/>
            <a:chExt cx="2908018" cy="3273752"/>
          </a:xfrm>
        </p:grpSpPr>
        <p:grpSp>
          <p:nvGrpSpPr>
            <p:cNvPr id="910" name="Google Shape;910;p60"/>
            <p:cNvGrpSpPr/>
            <p:nvPr/>
          </p:nvGrpSpPr>
          <p:grpSpPr>
            <a:xfrm>
              <a:off x="357446" y="1318824"/>
              <a:ext cx="2908018" cy="3273752"/>
              <a:chOff x="3180450" y="1122375"/>
              <a:chExt cx="2787862" cy="2937418"/>
            </a:xfrm>
          </p:grpSpPr>
          <p:sp>
            <p:nvSpPr>
              <p:cNvPr id="911" name="Google Shape;911;p60"/>
              <p:cNvSpPr/>
              <p:nvPr/>
            </p:nvSpPr>
            <p:spPr>
              <a:xfrm>
                <a:off x="3180450" y="1249993"/>
                <a:ext cx="2668800" cy="2809800"/>
              </a:xfrm>
              <a:prstGeom prst="roundRect">
                <a:avLst>
                  <a:gd name="adj" fmla="val 7295"/>
                </a:avLst>
              </a:prstGeom>
              <a:solidFill>
                <a:srgbClr val="E3F1F9"/>
              </a:solidFill>
              <a:ln w="1380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13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912" name="Google Shape;912;p60"/>
              <p:cNvSpPr/>
              <p:nvPr/>
            </p:nvSpPr>
            <p:spPr>
              <a:xfrm>
                <a:off x="3299512" y="1122375"/>
                <a:ext cx="2668800" cy="2809800"/>
              </a:xfrm>
              <a:prstGeom prst="roundRect">
                <a:avLst>
                  <a:gd name="adj" fmla="val 7084"/>
                </a:avLst>
              </a:prstGeom>
              <a:solidFill>
                <a:srgbClr val="ADC0D2"/>
              </a:solidFill>
              <a:ln w="1380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13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913" name="Google Shape;913;p60"/>
              <p:cNvSpPr/>
              <p:nvPr/>
            </p:nvSpPr>
            <p:spPr>
              <a:xfrm>
                <a:off x="3474738" y="1258338"/>
                <a:ext cx="2416200" cy="366000"/>
              </a:xfrm>
              <a:prstGeom prst="roundRect">
                <a:avLst>
                  <a:gd name="adj" fmla="val 16667"/>
                </a:avLst>
              </a:prstGeom>
              <a:noFill/>
              <a:ln>
                <a:noFill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b="1">
                    <a:latin typeface="Hanken Grotesk"/>
                    <a:ea typeface="Hanken Grotesk"/>
                    <a:cs typeface="Hanken Grotesk"/>
                    <a:sym typeface="Hanken Grotesk"/>
                  </a:rPr>
                  <a:t>Insight #2: Oil -&gt; Baggage Fees</a:t>
                </a:r>
                <a:endParaRPr sz="1600" b="1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  <p:sp>
          <p:nvSpPr>
            <p:cNvPr id="914" name="Google Shape;914;p60"/>
            <p:cNvSpPr txBox="1"/>
            <p:nvPr/>
          </p:nvSpPr>
          <p:spPr>
            <a:xfrm>
              <a:off x="382559" y="2035661"/>
              <a:ext cx="2857800" cy="201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457200" lvl="0" indent="-317500" algn="l" rtl="0">
                <a:lnSpc>
                  <a:spcPct val="15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Polynomial Regression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Polynomial degree 2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R² ≈ 0.45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Time trend dominates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Testing at various WTI spot oil prices for realistic analysis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pic>
        <p:nvPicPr>
          <p:cNvPr id="915" name="Google Shape;91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9663" y="1276525"/>
            <a:ext cx="4722923" cy="3534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61"/>
          <p:cNvSpPr/>
          <p:nvPr/>
        </p:nvSpPr>
        <p:spPr>
          <a:xfrm>
            <a:off x="5288126" y="1265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ADC0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21" name="Google Shape;921;p61"/>
          <p:cNvSpPr/>
          <p:nvPr/>
        </p:nvSpPr>
        <p:spPr>
          <a:xfrm>
            <a:off x="-298450" y="486600"/>
            <a:ext cx="9598500" cy="4897800"/>
          </a:xfrm>
          <a:prstGeom prst="rect">
            <a:avLst/>
          </a:prstGeom>
          <a:solidFill>
            <a:srgbClr val="E4F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22" name="Google Shape;922;p61"/>
          <p:cNvSpPr/>
          <p:nvPr/>
        </p:nvSpPr>
        <p:spPr>
          <a:xfrm>
            <a:off x="2380538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3F1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23" name="Google Shape;923;p61"/>
          <p:cNvSpPr/>
          <p:nvPr/>
        </p:nvSpPr>
        <p:spPr>
          <a:xfrm>
            <a:off x="3825863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4F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24" name="Google Shape;924;p61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25" name="Google Shape;925;p61"/>
          <p:cNvSpPr txBox="1">
            <a:spLocks noGrp="1"/>
          </p:cNvSpPr>
          <p:nvPr>
            <p:ph type="subTitle" idx="2"/>
          </p:nvPr>
        </p:nvSpPr>
        <p:spPr>
          <a:xfrm>
            <a:off x="12846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Research Focus</a:t>
            </a:r>
            <a:endParaRPr/>
          </a:p>
        </p:txBody>
      </p:sp>
      <p:sp>
        <p:nvSpPr>
          <p:cNvPr id="926" name="Google Shape;926;p61"/>
          <p:cNvSpPr txBox="1">
            <a:spLocks noGrp="1"/>
          </p:cNvSpPr>
          <p:nvPr>
            <p:ph type="subTitle" idx="2"/>
          </p:nvPr>
        </p:nvSpPr>
        <p:spPr>
          <a:xfrm>
            <a:off x="2752938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Data E-T-L</a:t>
            </a:r>
            <a:endParaRPr/>
          </a:p>
        </p:txBody>
      </p:sp>
      <p:sp>
        <p:nvSpPr>
          <p:cNvPr id="927" name="Google Shape;927;p61"/>
          <p:cNvSpPr txBox="1">
            <a:spLocks noGrp="1"/>
          </p:cNvSpPr>
          <p:nvPr>
            <p:ph type="subTitle" idx="2"/>
          </p:nvPr>
        </p:nvSpPr>
        <p:spPr>
          <a:xfrm>
            <a:off x="419826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928" name="Google Shape;928;p61"/>
          <p:cNvSpPr txBox="1">
            <a:spLocks noGrp="1"/>
          </p:cNvSpPr>
          <p:nvPr>
            <p:ph type="subTitle" idx="2"/>
          </p:nvPr>
        </p:nvSpPr>
        <p:spPr>
          <a:xfrm>
            <a:off x="56605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Key Insights</a:t>
            </a:r>
            <a:endParaRPr/>
          </a:p>
        </p:txBody>
      </p:sp>
      <p:cxnSp>
        <p:nvCxnSpPr>
          <p:cNvPr id="929" name="Google Shape;929;p61"/>
          <p:cNvCxnSpPr/>
          <p:nvPr/>
        </p:nvCxnSpPr>
        <p:spPr>
          <a:xfrm>
            <a:off x="228600" y="5009308"/>
            <a:ext cx="8686800" cy="23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0" name="Google Shape;930;p61"/>
          <p:cNvSpPr txBox="1">
            <a:spLocks noGrp="1"/>
          </p:cNvSpPr>
          <p:nvPr>
            <p:ph type="title" idx="4294967295"/>
          </p:nvPr>
        </p:nvSpPr>
        <p:spPr>
          <a:xfrm>
            <a:off x="0" y="486600"/>
            <a:ext cx="7290600" cy="8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/>
              <a:t>Oil Prices vs Baggage Fees</a:t>
            </a:r>
            <a:endParaRPr sz="4000"/>
          </a:p>
        </p:txBody>
      </p:sp>
      <p:grpSp>
        <p:nvGrpSpPr>
          <p:cNvPr id="931" name="Google Shape;931;p61"/>
          <p:cNvGrpSpPr/>
          <p:nvPr/>
        </p:nvGrpSpPr>
        <p:grpSpPr>
          <a:xfrm>
            <a:off x="479444" y="1407003"/>
            <a:ext cx="3111580" cy="3273752"/>
            <a:chOff x="357446" y="1318824"/>
            <a:chExt cx="2908018" cy="3273752"/>
          </a:xfrm>
        </p:grpSpPr>
        <p:grpSp>
          <p:nvGrpSpPr>
            <p:cNvPr id="932" name="Google Shape;932;p61"/>
            <p:cNvGrpSpPr/>
            <p:nvPr/>
          </p:nvGrpSpPr>
          <p:grpSpPr>
            <a:xfrm>
              <a:off x="357446" y="1318824"/>
              <a:ext cx="2908018" cy="3273752"/>
              <a:chOff x="3180450" y="1122375"/>
              <a:chExt cx="2787862" cy="2937418"/>
            </a:xfrm>
          </p:grpSpPr>
          <p:sp>
            <p:nvSpPr>
              <p:cNvPr id="933" name="Google Shape;933;p61"/>
              <p:cNvSpPr/>
              <p:nvPr/>
            </p:nvSpPr>
            <p:spPr>
              <a:xfrm>
                <a:off x="3180450" y="1249993"/>
                <a:ext cx="2668800" cy="2809800"/>
              </a:xfrm>
              <a:prstGeom prst="roundRect">
                <a:avLst>
                  <a:gd name="adj" fmla="val 7295"/>
                </a:avLst>
              </a:prstGeom>
              <a:solidFill>
                <a:srgbClr val="E3F1F9"/>
              </a:solidFill>
              <a:ln w="1380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13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934" name="Google Shape;934;p61"/>
              <p:cNvSpPr/>
              <p:nvPr/>
            </p:nvSpPr>
            <p:spPr>
              <a:xfrm>
                <a:off x="3299512" y="1122375"/>
                <a:ext cx="2668800" cy="2809800"/>
              </a:xfrm>
              <a:prstGeom prst="roundRect">
                <a:avLst>
                  <a:gd name="adj" fmla="val 7084"/>
                </a:avLst>
              </a:prstGeom>
              <a:solidFill>
                <a:srgbClr val="ADC0D2"/>
              </a:solidFill>
              <a:ln w="1380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13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935" name="Google Shape;935;p61"/>
              <p:cNvSpPr/>
              <p:nvPr/>
            </p:nvSpPr>
            <p:spPr>
              <a:xfrm>
                <a:off x="3474738" y="1258338"/>
                <a:ext cx="2416200" cy="366000"/>
              </a:xfrm>
              <a:prstGeom prst="roundRect">
                <a:avLst>
                  <a:gd name="adj" fmla="val 16667"/>
                </a:avLst>
              </a:prstGeom>
              <a:noFill/>
              <a:ln>
                <a:noFill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b="1">
                    <a:latin typeface="Hanken Grotesk"/>
                    <a:ea typeface="Hanken Grotesk"/>
                    <a:cs typeface="Hanken Grotesk"/>
                    <a:sym typeface="Hanken Grotesk"/>
                  </a:rPr>
                  <a:t>Insight #2: Oil -&gt; Baggage Fees</a:t>
                </a:r>
                <a:endParaRPr sz="1600" b="1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  <p:sp>
          <p:nvSpPr>
            <p:cNvPr id="936" name="Google Shape;936;p61"/>
            <p:cNvSpPr txBox="1"/>
            <p:nvPr/>
          </p:nvSpPr>
          <p:spPr>
            <a:xfrm>
              <a:off x="382559" y="2035661"/>
              <a:ext cx="2857800" cy="201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457200" lvl="0" indent="-317500" algn="l" rtl="0">
                <a:lnSpc>
                  <a:spcPct val="15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Polynomial Regression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Polynomial degree 2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R² ≈ 0.45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Time trend dominates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Testing at various WTI spot oil prices for realistic analysis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pic>
        <p:nvPicPr>
          <p:cNvPr id="937" name="Google Shape;93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5875" y="1878146"/>
            <a:ext cx="4888525" cy="233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62"/>
          <p:cNvSpPr/>
          <p:nvPr/>
        </p:nvSpPr>
        <p:spPr>
          <a:xfrm>
            <a:off x="5288126" y="1265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ADC0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43" name="Google Shape;943;p62"/>
          <p:cNvSpPr/>
          <p:nvPr/>
        </p:nvSpPr>
        <p:spPr>
          <a:xfrm>
            <a:off x="-298450" y="486600"/>
            <a:ext cx="9598500" cy="4897800"/>
          </a:xfrm>
          <a:prstGeom prst="rect">
            <a:avLst/>
          </a:prstGeom>
          <a:solidFill>
            <a:srgbClr val="E4F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44" name="Google Shape;944;p62"/>
          <p:cNvSpPr/>
          <p:nvPr/>
        </p:nvSpPr>
        <p:spPr>
          <a:xfrm>
            <a:off x="2380538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3F1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45" name="Google Shape;945;p62"/>
          <p:cNvSpPr/>
          <p:nvPr/>
        </p:nvSpPr>
        <p:spPr>
          <a:xfrm>
            <a:off x="3825863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4F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46" name="Google Shape;946;p62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47" name="Google Shape;947;p62"/>
          <p:cNvSpPr txBox="1">
            <a:spLocks noGrp="1"/>
          </p:cNvSpPr>
          <p:nvPr>
            <p:ph type="subTitle" idx="2"/>
          </p:nvPr>
        </p:nvSpPr>
        <p:spPr>
          <a:xfrm>
            <a:off x="12846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Research Focus</a:t>
            </a:r>
            <a:endParaRPr/>
          </a:p>
        </p:txBody>
      </p:sp>
      <p:sp>
        <p:nvSpPr>
          <p:cNvPr id="948" name="Google Shape;948;p62"/>
          <p:cNvSpPr txBox="1">
            <a:spLocks noGrp="1"/>
          </p:cNvSpPr>
          <p:nvPr>
            <p:ph type="subTitle" idx="2"/>
          </p:nvPr>
        </p:nvSpPr>
        <p:spPr>
          <a:xfrm>
            <a:off x="2752938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Data E-T-L</a:t>
            </a:r>
            <a:endParaRPr/>
          </a:p>
        </p:txBody>
      </p:sp>
      <p:sp>
        <p:nvSpPr>
          <p:cNvPr id="949" name="Google Shape;949;p62"/>
          <p:cNvSpPr txBox="1">
            <a:spLocks noGrp="1"/>
          </p:cNvSpPr>
          <p:nvPr>
            <p:ph type="subTitle" idx="2"/>
          </p:nvPr>
        </p:nvSpPr>
        <p:spPr>
          <a:xfrm>
            <a:off x="419826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950" name="Google Shape;950;p62"/>
          <p:cNvSpPr txBox="1">
            <a:spLocks noGrp="1"/>
          </p:cNvSpPr>
          <p:nvPr>
            <p:ph type="subTitle" idx="2"/>
          </p:nvPr>
        </p:nvSpPr>
        <p:spPr>
          <a:xfrm>
            <a:off x="56605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Key Insights</a:t>
            </a:r>
            <a:endParaRPr/>
          </a:p>
        </p:txBody>
      </p:sp>
      <p:cxnSp>
        <p:nvCxnSpPr>
          <p:cNvPr id="951" name="Google Shape;951;p62"/>
          <p:cNvCxnSpPr/>
          <p:nvPr/>
        </p:nvCxnSpPr>
        <p:spPr>
          <a:xfrm>
            <a:off x="228600" y="5009308"/>
            <a:ext cx="8686800" cy="23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52" name="Google Shape;952;p62"/>
          <p:cNvSpPr txBox="1">
            <a:spLocks noGrp="1"/>
          </p:cNvSpPr>
          <p:nvPr>
            <p:ph type="title" idx="4294967295"/>
          </p:nvPr>
        </p:nvSpPr>
        <p:spPr>
          <a:xfrm>
            <a:off x="0" y="486600"/>
            <a:ext cx="7290600" cy="8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/>
              <a:t>Airfare Across Seasons</a:t>
            </a:r>
            <a:endParaRPr sz="4000"/>
          </a:p>
        </p:txBody>
      </p:sp>
      <p:grpSp>
        <p:nvGrpSpPr>
          <p:cNvPr id="953" name="Google Shape;953;p62"/>
          <p:cNvGrpSpPr/>
          <p:nvPr/>
        </p:nvGrpSpPr>
        <p:grpSpPr>
          <a:xfrm>
            <a:off x="479444" y="1407003"/>
            <a:ext cx="3111580" cy="3273752"/>
            <a:chOff x="357446" y="1318824"/>
            <a:chExt cx="2908018" cy="3273752"/>
          </a:xfrm>
        </p:grpSpPr>
        <p:grpSp>
          <p:nvGrpSpPr>
            <p:cNvPr id="954" name="Google Shape;954;p62"/>
            <p:cNvGrpSpPr/>
            <p:nvPr/>
          </p:nvGrpSpPr>
          <p:grpSpPr>
            <a:xfrm>
              <a:off x="357446" y="1318824"/>
              <a:ext cx="2908018" cy="3273752"/>
              <a:chOff x="3180450" y="1122375"/>
              <a:chExt cx="2787862" cy="2937418"/>
            </a:xfrm>
          </p:grpSpPr>
          <p:sp>
            <p:nvSpPr>
              <p:cNvPr id="955" name="Google Shape;955;p62"/>
              <p:cNvSpPr/>
              <p:nvPr/>
            </p:nvSpPr>
            <p:spPr>
              <a:xfrm>
                <a:off x="3180450" y="1249993"/>
                <a:ext cx="2668800" cy="2809800"/>
              </a:xfrm>
              <a:prstGeom prst="roundRect">
                <a:avLst>
                  <a:gd name="adj" fmla="val 7295"/>
                </a:avLst>
              </a:prstGeom>
              <a:solidFill>
                <a:srgbClr val="E3F1F9"/>
              </a:solidFill>
              <a:ln w="1380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13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956" name="Google Shape;956;p62"/>
              <p:cNvSpPr/>
              <p:nvPr/>
            </p:nvSpPr>
            <p:spPr>
              <a:xfrm>
                <a:off x="3299512" y="1122375"/>
                <a:ext cx="2668800" cy="2809800"/>
              </a:xfrm>
              <a:prstGeom prst="roundRect">
                <a:avLst>
                  <a:gd name="adj" fmla="val 7084"/>
                </a:avLst>
              </a:prstGeom>
              <a:solidFill>
                <a:srgbClr val="ADC0D2"/>
              </a:solidFill>
              <a:ln w="1380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13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957" name="Google Shape;957;p62"/>
              <p:cNvSpPr/>
              <p:nvPr/>
            </p:nvSpPr>
            <p:spPr>
              <a:xfrm>
                <a:off x="3474738" y="1258338"/>
                <a:ext cx="2416200" cy="366000"/>
              </a:xfrm>
              <a:prstGeom prst="roundRect">
                <a:avLst>
                  <a:gd name="adj" fmla="val 16667"/>
                </a:avLst>
              </a:prstGeom>
              <a:noFill/>
              <a:ln>
                <a:noFill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b="1">
                    <a:latin typeface="Hanken Grotesk"/>
                    <a:ea typeface="Hanken Grotesk"/>
                    <a:cs typeface="Hanken Grotesk"/>
                    <a:sym typeface="Hanken Grotesk"/>
                  </a:rPr>
                  <a:t>Insight #3: Seasonality Effects</a:t>
                </a:r>
                <a:endParaRPr sz="1600" b="1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  <p:sp>
          <p:nvSpPr>
            <p:cNvPr id="958" name="Google Shape;958;p62"/>
            <p:cNvSpPr txBox="1"/>
            <p:nvPr/>
          </p:nvSpPr>
          <p:spPr>
            <a:xfrm>
              <a:off x="382559" y="2035661"/>
              <a:ext cx="2857800" cy="233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457200" lvl="0" indent="-317500" algn="l" rtl="0">
                <a:lnSpc>
                  <a:spcPct val="15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Quarterly seasonality is low (≈3–4%)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Airfares remain stable across seasons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Demand shifts, not fuel, explain minor seasonal changes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959" name="Google Shape;959;p62"/>
          <p:cNvSpPr txBox="1"/>
          <p:nvPr/>
        </p:nvSpPr>
        <p:spPr>
          <a:xfrm>
            <a:off x="5298675" y="1741000"/>
            <a:ext cx="3111600" cy="1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Visual to include:</a:t>
            </a:r>
            <a:endParaRPr sz="1700" b="1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 b="1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A small quarterly groupby bar/line chart of average fares by quarter</a:t>
            </a:r>
            <a:endParaRPr sz="1700" b="1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(Use the existing plot from your notebook: the seasonal groupby(['Quarter']).mean() visualization.)</a:t>
            </a:r>
            <a:endParaRPr sz="1700" b="1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pic>
        <p:nvPicPr>
          <p:cNvPr id="960" name="Google Shape;96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7211" y="1621750"/>
            <a:ext cx="5047822" cy="2844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63"/>
          <p:cNvSpPr/>
          <p:nvPr/>
        </p:nvSpPr>
        <p:spPr>
          <a:xfrm>
            <a:off x="5288126" y="1265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ADC0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66" name="Google Shape;966;p63"/>
          <p:cNvSpPr/>
          <p:nvPr/>
        </p:nvSpPr>
        <p:spPr>
          <a:xfrm>
            <a:off x="-298450" y="486600"/>
            <a:ext cx="9598500" cy="4897800"/>
          </a:xfrm>
          <a:prstGeom prst="rect">
            <a:avLst/>
          </a:prstGeom>
          <a:solidFill>
            <a:srgbClr val="E4F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67" name="Google Shape;967;p63"/>
          <p:cNvSpPr/>
          <p:nvPr/>
        </p:nvSpPr>
        <p:spPr>
          <a:xfrm>
            <a:off x="2380538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3F1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68" name="Google Shape;968;p63"/>
          <p:cNvSpPr/>
          <p:nvPr/>
        </p:nvSpPr>
        <p:spPr>
          <a:xfrm>
            <a:off x="3825863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4F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69" name="Google Shape;969;p63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70" name="Google Shape;970;p63"/>
          <p:cNvSpPr txBox="1">
            <a:spLocks noGrp="1"/>
          </p:cNvSpPr>
          <p:nvPr>
            <p:ph type="subTitle" idx="2"/>
          </p:nvPr>
        </p:nvSpPr>
        <p:spPr>
          <a:xfrm>
            <a:off x="12846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Research Focus</a:t>
            </a:r>
            <a:endParaRPr/>
          </a:p>
        </p:txBody>
      </p:sp>
      <p:sp>
        <p:nvSpPr>
          <p:cNvPr id="971" name="Google Shape;971;p63"/>
          <p:cNvSpPr txBox="1">
            <a:spLocks noGrp="1"/>
          </p:cNvSpPr>
          <p:nvPr>
            <p:ph type="subTitle" idx="2"/>
          </p:nvPr>
        </p:nvSpPr>
        <p:spPr>
          <a:xfrm>
            <a:off x="2752938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Data E-T-L</a:t>
            </a:r>
            <a:endParaRPr/>
          </a:p>
        </p:txBody>
      </p:sp>
      <p:sp>
        <p:nvSpPr>
          <p:cNvPr id="972" name="Google Shape;972;p63"/>
          <p:cNvSpPr txBox="1">
            <a:spLocks noGrp="1"/>
          </p:cNvSpPr>
          <p:nvPr>
            <p:ph type="subTitle" idx="2"/>
          </p:nvPr>
        </p:nvSpPr>
        <p:spPr>
          <a:xfrm>
            <a:off x="419826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973" name="Google Shape;973;p63"/>
          <p:cNvSpPr txBox="1">
            <a:spLocks noGrp="1"/>
          </p:cNvSpPr>
          <p:nvPr>
            <p:ph type="subTitle" idx="2"/>
          </p:nvPr>
        </p:nvSpPr>
        <p:spPr>
          <a:xfrm>
            <a:off x="56605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Key Insights</a:t>
            </a:r>
            <a:endParaRPr/>
          </a:p>
        </p:txBody>
      </p:sp>
      <p:cxnSp>
        <p:nvCxnSpPr>
          <p:cNvPr id="974" name="Google Shape;974;p63"/>
          <p:cNvCxnSpPr/>
          <p:nvPr/>
        </p:nvCxnSpPr>
        <p:spPr>
          <a:xfrm>
            <a:off x="228600" y="5009308"/>
            <a:ext cx="8686800" cy="23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5" name="Google Shape;975;p63"/>
          <p:cNvSpPr txBox="1">
            <a:spLocks noGrp="1"/>
          </p:cNvSpPr>
          <p:nvPr>
            <p:ph type="title" idx="4294967295"/>
          </p:nvPr>
        </p:nvSpPr>
        <p:spPr>
          <a:xfrm>
            <a:off x="0" y="486600"/>
            <a:ext cx="7290600" cy="8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/>
              <a:t>Random Forest Model</a:t>
            </a:r>
            <a:endParaRPr sz="4000"/>
          </a:p>
        </p:txBody>
      </p:sp>
      <p:grpSp>
        <p:nvGrpSpPr>
          <p:cNvPr id="976" name="Google Shape;976;p63"/>
          <p:cNvGrpSpPr/>
          <p:nvPr/>
        </p:nvGrpSpPr>
        <p:grpSpPr>
          <a:xfrm>
            <a:off x="479457" y="1407001"/>
            <a:ext cx="3550400" cy="3273752"/>
            <a:chOff x="357446" y="1318824"/>
            <a:chExt cx="2908018" cy="3273752"/>
          </a:xfrm>
        </p:grpSpPr>
        <p:grpSp>
          <p:nvGrpSpPr>
            <p:cNvPr id="977" name="Google Shape;977;p63"/>
            <p:cNvGrpSpPr/>
            <p:nvPr/>
          </p:nvGrpSpPr>
          <p:grpSpPr>
            <a:xfrm>
              <a:off x="357446" y="1318824"/>
              <a:ext cx="2908018" cy="3273752"/>
              <a:chOff x="3180450" y="1122375"/>
              <a:chExt cx="2787862" cy="2937418"/>
            </a:xfrm>
          </p:grpSpPr>
          <p:sp>
            <p:nvSpPr>
              <p:cNvPr id="978" name="Google Shape;978;p63"/>
              <p:cNvSpPr/>
              <p:nvPr/>
            </p:nvSpPr>
            <p:spPr>
              <a:xfrm>
                <a:off x="3180450" y="1249993"/>
                <a:ext cx="2668800" cy="2809800"/>
              </a:xfrm>
              <a:prstGeom prst="roundRect">
                <a:avLst>
                  <a:gd name="adj" fmla="val 7295"/>
                </a:avLst>
              </a:prstGeom>
              <a:solidFill>
                <a:srgbClr val="E3F1F9"/>
              </a:solidFill>
              <a:ln w="1380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13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979" name="Google Shape;979;p63"/>
              <p:cNvSpPr/>
              <p:nvPr/>
            </p:nvSpPr>
            <p:spPr>
              <a:xfrm>
                <a:off x="3299512" y="1122375"/>
                <a:ext cx="2668800" cy="2809800"/>
              </a:xfrm>
              <a:prstGeom prst="roundRect">
                <a:avLst>
                  <a:gd name="adj" fmla="val 7084"/>
                </a:avLst>
              </a:prstGeom>
              <a:solidFill>
                <a:srgbClr val="ADC0D2"/>
              </a:solidFill>
              <a:ln w="1380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13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980" name="Google Shape;980;p63"/>
              <p:cNvSpPr/>
              <p:nvPr/>
            </p:nvSpPr>
            <p:spPr>
              <a:xfrm>
                <a:off x="3474738" y="1258338"/>
                <a:ext cx="2416200" cy="366000"/>
              </a:xfrm>
              <a:prstGeom prst="roundRect">
                <a:avLst>
                  <a:gd name="adj" fmla="val 16667"/>
                </a:avLst>
              </a:prstGeom>
              <a:noFill/>
              <a:ln>
                <a:noFill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b="1">
                    <a:latin typeface="Hanken Grotesk"/>
                    <a:ea typeface="Hanken Grotesk"/>
                    <a:cs typeface="Hanken Grotesk"/>
                    <a:sym typeface="Hanken Grotesk"/>
                  </a:rPr>
                  <a:t>Insight #4: Feature Importance</a:t>
                </a:r>
                <a:endParaRPr sz="1600" b="1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  <p:sp>
          <p:nvSpPr>
            <p:cNvPr id="981" name="Google Shape;981;p63"/>
            <p:cNvSpPr txBox="1"/>
            <p:nvPr/>
          </p:nvSpPr>
          <p:spPr>
            <a:xfrm>
              <a:off x="382559" y="1840276"/>
              <a:ext cx="2857800" cy="233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457200" lvl="0" indent="-317500" algn="l" rtl="0">
                <a:lnSpc>
                  <a:spcPct val="15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Demand = strongest predictor (≈57%)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Baggage revenue = moderate (≈34%)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Oil prices = weakest predictor (≈8%)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Pricing is multi-factor, not cost-driven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982" name="Google Shape;982;p63"/>
          <p:cNvSpPr txBox="1"/>
          <p:nvPr/>
        </p:nvSpPr>
        <p:spPr>
          <a:xfrm>
            <a:off x="5298675" y="1741000"/>
            <a:ext cx="3111600" cy="1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Visual to include:</a:t>
            </a:r>
            <a:endParaRPr sz="1700" b="1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 b="1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Horizontal bar chart of feature importances</a:t>
            </a:r>
            <a:endParaRPr sz="1700" b="1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(Use the RF importance plot from your notebook: Demand, Baggage Fees, Oil Prices.)</a:t>
            </a:r>
            <a:endParaRPr sz="1700" b="1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pic>
        <p:nvPicPr>
          <p:cNvPr id="983" name="Google Shape;983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6661" y="1143550"/>
            <a:ext cx="4423375" cy="38006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64"/>
          <p:cNvSpPr/>
          <p:nvPr/>
        </p:nvSpPr>
        <p:spPr>
          <a:xfrm>
            <a:off x="5288126" y="1265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ADC0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89" name="Google Shape;989;p64"/>
          <p:cNvSpPr/>
          <p:nvPr/>
        </p:nvSpPr>
        <p:spPr>
          <a:xfrm>
            <a:off x="-298450" y="486600"/>
            <a:ext cx="9598500" cy="4897800"/>
          </a:xfrm>
          <a:prstGeom prst="rect">
            <a:avLst/>
          </a:prstGeom>
          <a:solidFill>
            <a:srgbClr val="E4F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90" name="Google Shape;990;p64"/>
          <p:cNvSpPr/>
          <p:nvPr/>
        </p:nvSpPr>
        <p:spPr>
          <a:xfrm>
            <a:off x="2380538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3F1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91" name="Google Shape;991;p64"/>
          <p:cNvSpPr/>
          <p:nvPr/>
        </p:nvSpPr>
        <p:spPr>
          <a:xfrm>
            <a:off x="3825863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4F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92" name="Google Shape;992;p64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93" name="Google Shape;993;p64"/>
          <p:cNvSpPr txBox="1">
            <a:spLocks noGrp="1"/>
          </p:cNvSpPr>
          <p:nvPr>
            <p:ph type="subTitle" idx="2"/>
          </p:nvPr>
        </p:nvSpPr>
        <p:spPr>
          <a:xfrm>
            <a:off x="12846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Research Focus</a:t>
            </a:r>
            <a:endParaRPr/>
          </a:p>
        </p:txBody>
      </p:sp>
      <p:sp>
        <p:nvSpPr>
          <p:cNvPr id="994" name="Google Shape;994;p64"/>
          <p:cNvSpPr txBox="1">
            <a:spLocks noGrp="1"/>
          </p:cNvSpPr>
          <p:nvPr>
            <p:ph type="subTitle" idx="2"/>
          </p:nvPr>
        </p:nvSpPr>
        <p:spPr>
          <a:xfrm>
            <a:off x="2752938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Data E-T-L</a:t>
            </a:r>
            <a:endParaRPr/>
          </a:p>
        </p:txBody>
      </p:sp>
      <p:sp>
        <p:nvSpPr>
          <p:cNvPr id="995" name="Google Shape;995;p64"/>
          <p:cNvSpPr txBox="1">
            <a:spLocks noGrp="1"/>
          </p:cNvSpPr>
          <p:nvPr>
            <p:ph type="subTitle" idx="2"/>
          </p:nvPr>
        </p:nvSpPr>
        <p:spPr>
          <a:xfrm>
            <a:off x="419826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996" name="Google Shape;996;p64"/>
          <p:cNvSpPr txBox="1">
            <a:spLocks noGrp="1"/>
          </p:cNvSpPr>
          <p:nvPr>
            <p:ph type="subTitle" idx="2"/>
          </p:nvPr>
        </p:nvSpPr>
        <p:spPr>
          <a:xfrm>
            <a:off x="56605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Key Insights</a:t>
            </a:r>
            <a:endParaRPr/>
          </a:p>
        </p:txBody>
      </p:sp>
      <p:cxnSp>
        <p:nvCxnSpPr>
          <p:cNvPr id="997" name="Google Shape;997;p64"/>
          <p:cNvCxnSpPr/>
          <p:nvPr/>
        </p:nvCxnSpPr>
        <p:spPr>
          <a:xfrm>
            <a:off x="228600" y="5009308"/>
            <a:ext cx="8686800" cy="23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98" name="Google Shape;998;p64"/>
          <p:cNvSpPr txBox="1">
            <a:spLocks noGrp="1"/>
          </p:cNvSpPr>
          <p:nvPr>
            <p:ph type="title" idx="4294967295"/>
          </p:nvPr>
        </p:nvSpPr>
        <p:spPr>
          <a:xfrm>
            <a:off x="0" y="486600"/>
            <a:ext cx="7290600" cy="8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/>
              <a:t>Baggage Revenue Trends</a:t>
            </a:r>
            <a:endParaRPr sz="4000"/>
          </a:p>
        </p:txBody>
      </p:sp>
      <p:grpSp>
        <p:nvGrpSpPr>
          <p:cNvPr id="999" name="Google Shape;999;p64"/>
          <p:cNvGrpSpPr/>
          <p:nvPr/>
        </p:nvGrpSpPr>
        <p:grpSpPr>
          <a:xfrm>
            <a:off x="479451" y="1406962"/>
            <a:ext cx="3111580" cy="1816932"/>
            <a:chOff x="357446" y="1318824"/>
            <a:chExt cx="2908018" cy="3273752"/>
          </a:xfrm>
        </p:grpSpPr>
        <p:grpSp>
          <p:nvGrpSpPr>
            <p:cNvPr id="1000" name="Google Shape;1000;p64"/>
            <p:cNvGrpSpPr/>
            <p:nvPr/>
          </p:nvGrpSpPr>
          <p:grpSpPr>
            <a:xfrm>
              <a:off x="357446" y="1318824"/>
              <a:ext cx="2908018" cy="3273752"/>
              <a:chOff x="3180450" y="1122375"/>
              <a:chExt cx="2787862" cy="2937418"/>
            </a:xfrm>
          </p:grpSpPr>
          <p:sp>
            <p:nvSpPr>
              <p:cNvPr id="1001" name="Google Shape;1001;p64"/>
              <p:cNvSpPr/>
              <p:nvPr/>
            </p:nvSpPr>
            <p:spPr>
              <a:xfrm>
                <a:off x="3180450" y="1249993"/>
                <a:ext cx="2668800" cy="2809800"/>
              </a:xfrm>
              <a:prstGeom prst="roundRect">
                <a:avLst>
                  <a:gd name="adj" fmla="val 7295"/>
                </a:avLst>
              </a:prstGeom>
              <a:solidFill>
                <a:srgbClr val="E3F1F9"/>
              </a:solidFill>
              <a:ln w="1380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13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1002" name="Google Shape;1002;p64"/>
              <p:cNvSpPr/>
              <p:nvPr/>
            </p:nvSpPr>
            <p:spPr>
              <a:xfrm>
                <a:off x="3299512" y="1122375"/>
                <a:ext cx="2668800" cy="2809800"/>
              </a:xfrm>
              <a:prstGeom prst="roundRect">
                <a:avLst>
                  <a:gd name="adj" fmla="val 7084"/>
                </a:avLst>
              </a:prstGeom>
              <a:solidFill>
                <a:srgbClr val="ADC0D2"/>
              </a:solidFill>
              <a:ln w="1380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13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1003" name="Google Shape;1003;p64"/>
              <p:cNvSpPr/>
              <p:nvPr/>
            </p:nvSpPr>
            <p:spPr>
              <a:xfrm>
                <a:off x="3474738" y="1454546"/>
                <a:ext cx="2416200" cy="366000"/>
              </a:xfrm>
              <a:prstGeom prst="roundRect">
                <a:avLst>
                  <a:gd name="adj" fmla="val 16667"/>
                </a:avLst>
              </a:prstGeom>
              <a:noFill/>
              <a:ln>
                <a:noFill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b="1">
                    <a:latin typeface="Hanken Grotesk"/>
                    <a:ea typeface="Hanken Grotesk"/>
                    <a:cs typeface="Hanken Grotesk"/>
                    <a:sym typeface="Hanken Grotesk"/>
                  </a:rPr>
                  <a:t>Insight #5: Seasonality Effects</a:t>
                </a:r>
                <a:endParaRPr sz="1600" b="1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  <p:sp>
          <p:nvSpPr>
            <p:cNvPr id="1004" name="Google Shape;1004;p64"/>
            <p:cNvSpPr txBox="1"/>
            <p:nvPr/>
          </p:nvSpPr>
          <p:spPr>
            <a:xfrm>
              <a:off x="382559" y="2370780"/>
              <a:ext cx="2857800" cy="18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457200" lvl="0" indent="-317500" algn="l" rtl="0">
                <a:lnSpc>
                  <a:spcPct val="15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+133% real increase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COVID dip → strong rebound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Structural reliance on fees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1005" name="Google Shape;1005;p64"/>
          <p:cNvSpPr txBox="1"/>
          <p:nvPr/>
        </p:nvSpPr>
        <p:spPr>
          <a:xfrm>
            <a:off x="4312625" y="1894500"/>
            <a:ext cx="31116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Visual / Code Snip:</a:t>
            </a:r>
            <a:endParaRPr sz="1700" b="1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Real baggage revenue calculation snippet.</a:t>
            </a:r>
            <a:endParaRPr sz="1700" b="1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pic>
        <p:nvPicPr>
          <p:cNvPr id="1006" name="Google Shape;1006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8275" y="1236900"/>
            <a:ext cx="4233749" cy="3590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65"/>
          <p:cNvSpPr/>
          <p:nvPr/>
        </p:nvSpPr>
        <p:spPr>
          <a:xfrm>
            <a:off x="3825863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4F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12" name="Google Shape;1012;p65"/>
          <p:cNvSpPr/>
          <p:nvPr/>
        </p:nvSpPr>
        <p:spPr>
          <a:xfrm>
            <a:off x="5288126" y="1265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ADC0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13" name="Google Shape;1013;p65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14" name="Google Shape;1014;p65"/>
          <p:cNvSpPr/>
          <p:nvPr/>
        </p:nvSpPr>
        <p:spPr>
          <a:xfrm>
            <a:off x="2380538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3F1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15" name="Google Shape;1015;p65"/>
          <p:cNvSpPr txBox="1">
            <a:spLocks noGrp="1"/>
          </p:cNvSpPr>
          <p:nvPr>
            <p:ph type="subTitle" idx="2"/>
          </p:nvPr>
        </p:nvSpPr>
        <p:spPr>
          <a:xfrm>
            <a:off x="12846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Research Focus</a:t>
            </a:r>
            <a:endParaRPr/>
          </a:p>
        </p:txBody>
      </p:sp>
      <p:sp>
        <p:nvSpPr>
          <p:cNvPr id="1016" name="Google Shape;1016;p65"/>
          <p:cNvSpPr txBox="1">
            <a:spLocks noGrp="1"/>
          </p:cNvSpPr>
          <p:nvPr>
            <p:ph type="subTitle" idx="2"/>
          </p:nvPr>
        </p:nvSpPr>
        <p:spPr>
          <a:xfrm>
            <a:off x="2752938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Data E-T-L</a:t>
            </a:r>
            <a:endParaRPr/>
          </a:p>
        </p:txBody>
      </p:sp>
      <p:sp>
        <p:nvSpPr>
          <p:cNvPr id="1017" name="Google Shape;1017;p65"/>
          <p:cNvSpPr txBox="1">
            <a:spLocks noGrp="1"/>
          </p:cNvSpPr>
          <p:nvPr>
            <p:ph type="subTitle" idx="2"/>
          </p:nvPr>
        </p:nvSpPr>
        <p:spPr>
          <a:xfrm>
            <a:off x="419826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1018" name="Google Shape;1018;p65"/>
          <p:cNvSpPr/>
          <p:nvPr/>
        </p:nvSpPr>
        <p:spPr>
          <a:xfrm rot="-215">
            <a:off x="-454656" y="483429"/>
            <a:ext cx="9598500" cy="4897800"/>
          </a:xfrm>
          <a:prstGeom prst="rect">
            <a:avLst/>
          </a:prstGeom>
          <a:solidFill>
            <a:srgbClr val="ADC0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19" name="Google Shape;1019;p65"/>
          <p:cNvSpPr txBox="1">
            <a:spLocks noGrp="1"/>
          </p:cNvSpPr>
          <p:nvPr>
            <p:ph type="subTitle" idx="2"/>
          </p:nvPr>
        </p:nvSpPr>
        <p:spPr>
          <a:xfrm>
            <a:off x="56605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Key Insights</a:t>
            </a:r>
            <a:endParaRPr/>
          </a:p>
        </p:txBody>
      </p:sp>
      <p:grpSp>
        <p:nvGrpSpPr>
          <p:cNvPr id="1020" name="Google Shape;1020;p65"/>
          <p:cNvGrpSpPr/>
          <p:nvPr/>
        </p:nvGrpSpPr>
        <p:grpSpPr>
          <a:xfrm>
            <a:off x="1534063" y="1725314"/>
            <a:ext cx="5621068" cy="1692865"/>
            <a:chOff x="357443" y="547520"/>
            <a:chExt cx="2440123" cy="4045077"/>
          </a:xfrm>
        </p:grpSpPr>
        <p:grpSp>
          <p:nvGrpSpPr>
            <p:cNvPr id="1021" name="Google Shape;1021;p65"/>
            <p:cNvGrpSpPr/>
            <p:nvPr/>
          </p:nvGrpSpPr>
          <p:grpSpPr>
            <a:xfrm>
              <a:off x="357443" y="1017621"/>
              <a:ext cx="2440123" cy="3574976"/>
              <a:chOff x="3180448" y="852117"/>
              <a:chExt cx="2339299" cy="3207695"/>
            </a:xfrm>
          </p:grpSpPr>
          <p:sp>
            <p:nvSpPr>
              <p:cNvPr id="1022" name="Google Shape;1022;p65"/>
              <p:cNvSpPr/>
              <p:nvPr/>
            </p:nvSpPr>
            <p:spPr>
              <a:xfrm>
                <a:off x="3180448" y="1250012"/>
                <a:ext cx="2274600" cy="2809800"/>
              </a:xfrm>
              <a:prstGeom prst="roundRect">
                <a:avLst>
                  <a:gd name="adj" fmla="val 7295"/>
                </a:avLst>
              </a:prstGeom>
              <a:solidFill>
                <a:srgbClr val="E4F7BC"/>
              </a:solidFill>
              <a:ln w="5125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5875" tIns="245875" rIns="245875" bIns="245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765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1023" name="Google Shape;1023;p65"/>
              <p:cNvSpPr/>
              <p:nvPr/>
            </p:nvSpPr>
            <p:spPr>
              <a:xfrm>
                <a:off x="3245147" y="852117"/>
                <a:ext cx="2274600" cy="2809800"/>
              </a:xfrm>
              <a:prstGeom prst="roundRect">
                <a:avLst>
                  <a:gd name="adj" fmla="val 7084"/>
                </a:avLst>
              </a:prstGeom>
              <a:solidFill>
                <a:schemeClr val="lt1"/>
              </a:solidFill>
              <a:ln w="5125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5875" tIns="245875" rIns="245875" bIns="245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765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</p:grpSp>
        <p:sp>
          <p:nvSpPr>
            <p:cNvPr id="1024" name="Google Shape;1024;p65"/>
            <p:cNvSpPr txBox="1"/>
            <p:nvPr/>
          </p:nvSpPr>
          <p:spPr>
            <a:xfrm>
              <a:off x="442147" y="547520"/>
              <a:ext cx="2338200" cy="384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9575" tIns="339575" rIns="339575" bIns="33957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 b="1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Key Insights</a:t>
              </a:r>
              <a:endParaRPr sz="60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66"/>
          <p:cNvSpPr/>
          <p:nvPr/>
        </p:nvSpPr>
        <p:spPr>
          <a:xfrm>
            <a:off x="2380538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3F1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30" name="Google Shape;1030;p66"/>
          <p:cNvSpPr/>
          <p:nvPr/>
        </p:nvSpPr>
        <p:spPr>
          <a:xfrm>
            <a:off x="3825863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4F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31" name="Google Shape;1031;p66"/>
          <p:cNvSpPr/>
          <p:nvPr/>
        </p:nvSpPr>
        <p:spPr>
          <a:xfrm>
            <a:off x="-298450" y="459386"/>
            <a:ext cx="9598500" cy="4897800"/>
          </a:xfrm>
          <a:prstGeom prst="rect">
            <a:avLst/>
          </a:prstGeom>
          <a:solidFill>
            <a:srgbClr val="ADC0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32" name="Google Shape;1032;p66"/>
          <p:cNvSpPr/>
          <p:nvPr/>
        </p:nvSpPr>
        <p:spPr>
          <a:xfrm>
            <a:off x="5288126" y="1265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ADC0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33" name="Google Shape;1033;p66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34" name="Google Shape;1034;p66"/>
          <p:cNvSpPr txBox="1">
            <a:spLocks noGrp="1"/>
          </p:cNvSpPr>
          <p:nvPr>
            <p:ph type="subTitle" idx="2"/>
          </p:nvPr>
        </p:nvSpPr>
        <p:spPr>
          <a:xfrm>
            <a:off x="12846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Research Focus</a:t>
            </a:r>
            <a:endParaRPr/>
          </a:p>
        </p:txBody>
      </p:sp>
      <p:sp>
        <p:nvSpPr>
          <p:cNvPr id="1035" name="Google Shape;1035;p66"/>
          <p:cNvSpPr txBox="1">
            <a:spLocks noGrp="1"/>
          </p:cNvSpPr>
          <p:nvPr>
            <p:ph type="subTitle" idx="2"/>
          </p:nvPr>
        </p:nvSpPr>
        <p:spPr>
          <a:xfrm>
            <a:off x="2752938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Data E-T-L</a:t>
            </a:r>
            <a:endParaRPr/>
          </a:p>
        </p:txBody>
      </p:sp>
      <p:sp>
        <p:nvSpPr>
          <p:cNvPr id="1036" name="Google Shape;1036;p66"/>
          <p:cNvSpPr txBox="1">
            <a:spLocks noGrp="1"/>
          </p:cNvSpPr>
          <p:nvPr>
            <p:ph type="subTitle" idx="2"/>
          </p:nvPr>
        </p:nvSpPr>
        <p:spPr>
          <a:xfrm>
            <a:off x="419826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1037" name="Google Shape;1037;p66"/>
          <p:cNvSpPr txBox="1">
            <a:spLocks noGrp="1"/>
          </p:cNvSpPr>
          <p:nvPr>
            <p:ph type="subTitle" idx="2"/>
          </p:nvPr>
        </p:nvSpPr>
        <p:spPr>
          <a:xfrm>
            <a:off x="56605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Key Insights</a:t>
            </a:r>
            <a:endParaRPr/>
          </a:p>
        </p:txBody>
      </p:sp>
      <p:cxnSp>
        <p:nvCxnSpPr>
          <p:cNvPr id="1038" name="Google Shape;1038;p66"/>
          <p:cNvCxnSpPr/>
          <p:nvPr/>
        </p:nvCxnSpPr>
        <p:spPr>
          <a:xfrm>
            <a:off x="228600" y="5009308"/>
            <a:ext cx="8686800" cy="23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39" name="Google Shape;1039;p66"/>
          <p:cNvSpPr txBox="1">
            <a:spLocks noGrp="1"/>
          </p:cNvSpPr>
          <p:nvPr>
            <p:ph type="title" idx="4294967295"/>
          </p:nvPr>
        </p:nvSpPr>
        <p:spPr>
          <a:xfrm>
            <a:off x="0" y="486600"/>
            <a:ext cx="7290600" cy="8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/>
              <a:t>Data Visual #1: Oil vs Airfare</a:t>
            </a:r>
            <a:endParaRPr sz="4000"/>
          </a:p>
        </p:txBody>
      </p:sp>
      <p:pic>
        <p:nvPicPr>
          <p:cNvPr id="1040" name="Google Shape;1040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6049" y="1157326"/>
            <a:ext cx="6218074" cy="3673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67"/>
          <p:cNvSpPr/>
          <p:nvPr/>
        </p:nvSpPr>
        <p:spPr>
          <a:xfrm>
            <a:off x="2380538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3F1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46" name="Google Shape;1046;p67"/>
          <p:cNvSpPr/>
          <p:nvPr/>
        </p:nvSpPr>
        <p:spPr>
          <a:xfrm>
            <a:off x="3825863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4F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47" name="Google Shape;1047;p67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48" name="Google Shape;1048;p67"/>
          <p:cNvSpPr/>
          <p:nvPr/>
        </p:nvSpPr>
        <p:spPr>
          <a:xfrm>
            <a:off x="-298450" y="459386"/>
            <a:ext cx="9598500" cy="4897800"/>
          </a:xfrm>
          <a:prstGeom prst="rect">
            <a:avLst/>
          </a:prstGeom>
          <a:solidFill>
            <a:srgbClr val="ADC0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49" name="Google Shape;1049;p67"/>
          <p:cNvSpPr/>
          <p:nvPr/>
        </p:nvSpPr>
        <p:spPr>
          <a:xfrm>
            <a:off x="5288126" y="1265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ADC0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50" name="Google Shape;1050;p67"/>
          <p:cNvSpPr txBox="1">
            <a:spLocks noGrp="1"/>
          </p:cNvSpPr>
          <p:nvPr>
            <p:ph type="subTitle" idx="2"/>
          </p:nvPr>
        </p:nvSpPr>
        <p:spPr>
          <a:xfrm>
            <a:off x="12846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Research Focus</a:t>
            </a:r>
            <a:endParaRPr/>
          </a:p>
        </p:txBody>
      </p:sp>
      <p:sp>
        <p:nvSpPr>
          <p:cNvPr id="1051" name="Google Shape;1051;p67"/>
          <p:cNvSpPr txBox="1">
            <a:spLocks noGrp="1"/>
          </p:cNvSpPr>
          <p:nvPr>
            <p:ph type="subTitle" idx="2"/>
          </p:nvPr>
        </p:nvSpPr>
        <p:spPr>
          <a:xfrm>
            <a:off x="2752938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Data E-T-L</a:t>
            </a:r>
            <a:endParaRPr/>
          </a:p>
        </p:txBody>
      </p:sp>
      <p:sp>
        <p:nvSpPr>
          <p:cNvPr id="1052" name="Google Shape;1052;p67"/>
          <p:cNvSpPr txBox="1">
            <a:spLocks noGrp="1"/>
          </p:cNvSpPr>
          <p:nvPr>
            <p:ph type="subTitle" idx="2"/>
          </p:nvPr>
        </p:nvSpPr>
        <p:spPr>
          <a:xfrm>
            <a:off x="419826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1053" name="Google Shape;1053;p67"/>
          <p:cNvSpPr txBox="1">
            <a:spLocks noGrp="1"/>
          </p:cNvSpPr>
          <p:nvPr>
            <p:ph type="subTitle" idx="2"/>
          </p:nvPr>
        </p:nvSpPr>
        <p:spPr>
          <a:xfrm>
            <a:off x="56605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Key Insights</a:t>
            </a:r>
            <a:endParaRPr/>
          </a:p>
        </p:txBody>
      </p:sp>
      <p:cxnSp>
        <p:nvCxnSpPr>
          <p:cNvPr id="1054" name="Google Shape;1054;p67"/>
          <p:cNvCxnSpPr/>
          <p:nvPr/>
        </p:nvCxnSpPr>
        <p:spPr>
          <a:xfrm>
            <a:off x="228600" y="5009308"/>
            <a:ext cx="8686800" cy="23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55" name="Google Shape;1055;p67"/>
          <p:cNvSpPr txBox="1">
            <a:spLocks noGrp="1"/>
          </p:cNvSpPr>
          <p:nvPr>
            <p:ph type="title" idx="4294967295"/>
          </p:nvPr>
        </p:nvSpPr>
        <p:spPr>
          <a:xfrm>
            <a:off x="0" y="486600"/>
            <a:ext cx="7290600" cy="8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/>
              <a:t>Data Visual #2: Oil vs Baggage Fees</a:t>
            </a:r>
            <a:endParaRPr sz="4000"/>
          </a:p>
        </p:txBody>
      </p:sp>
      <p:pic>
        <p:nvPicPr>
          <p:cNvPr id="1056" name="Google Shape;1056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471" y="1318800"/>
            <a:ext cx="6066650" cy="3589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68"/>
          <p:cNvSpPr/>
          <p:nvPr/>
        </p:nvSpPr>
        <p:spPr>
          <a:xfrm>
            <a:off x="2380538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3F1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62" name="Google Shape;1062;p68"/>
          <p:cNvSpPr/>
          <p:nvPr/>
        </p:nvSpPr>
        <p:spPr>
          <a:xfrm>
            <a:off x="3825863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4F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63" name="Google Shape;1063;p68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64" name="Google Shape;1064;p68"/>
          <p:cNvSpPr/>
          <p:nvPr/>
        </p:nvSpPr>
        <p:spPr>
          <a:xfrm>
            <a:off x="-298450" y="472993"/>
            <a:ext cx="9598500" cy="4897800"/>
          </a:xfrm>
          <a:prstGeom prst="rect">
            <a:avLst/>
          </a:prstGeom>
          <a:solidFill>
            <a:srgbClr val="ADC0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65" name="Google Shape;1065;p68"/>
          <p:cNvSpPr/>
          <p:nvPr/>
        </p:nvSpPr>
        <p:spPr>
          <a:xfrm>
            <a:off x="5288126" y="1265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ADC0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66" name="Google Shape;1066;p68"/>
          <p:cNvSpPr txBox="1">
            <a:spLocks noGrp="1"/>
          </p:cNvSpPr>
          <p:nvPr>
            <p:ph type="subTitle" idx="2"/>
          </p:nvPr>
        </p:nvSpPr>
        <p:spPr>
          <a:xfrm>
            <a:off x="12846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Research Focus</a:t>
            </a:r>
            <a:endParaRPr/>
          </a:p>
        </p:txBody>
      </p:sp>
      <p:sp>
        <p:nvSpPr>
          <p:cNvPr id="1067" name="Google Shape;1067;p68"/>
          <p:cNvSpPr txBox="1">
            <a:spLocks noGrp="1"/>
          </p:cNvSpPr>
          <p:nvPr>
            <p:ph type="subTitle" idx="2"/>
          </p:nvPr>
        </p:nvSpPr>
        <p:spPr>
          <a:xfrm>
            <a:off x="2752938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Data E-T-L</a:t>
            </a:r>
            <a:endParaRPr/>
          </a:p>
        </p:txBody>
      </p:sp>
      <p:sp>
        <p:nvSpPr>
          <p:cNvPr id="1068" name="Google Shape;1068;p68"/>
          <p:cNvSpPr txBox="1">
            <a:spLocks noGrp="1"/>
          </p:cNvSpPr>
          <p:nvPr>
            <p:ph type="subTitle" idx="2"/>
          </p:nvPr>
        </p:nvSpPr>
        <p:spPr>
          <a:xfrm>
            <a:off x="419826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1069" name="Google Shape;1069;p68"/>
          <p:cNvSpPr txBox="1">
            <a:spLocks noGrp="1"/>
          </p:cNvSpPr>
          <p:nvPr>
            <p:ph type="subTitle" idx="2"/>
          </p:nvPr>
        </p:nvSpPr>
        <p:spPr>
          <a:xfrm>
            <a:off x="56605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Key Insights</a:t>
            </a:r>
            <a:endParaRPr/>
          </a:p>
        </p:txBody>
      </p:sp>
      <p:cxnSp>
        <p:nvCxnSpPr>
          <p:cNvPr id="1070" name="Google Shape;1070;p68"/>
          <p:cNvCxnSpPr/>
          <p:nvPr/>
        </p:nvCxnSpPr>
        <p:spPr>
          <a:xfrm>
            <a:off x="228600" y="5009308"/>
            <a:ext cx="8686800" cy="23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1" name="Google Shape;1071;p68"/>
          <p:cNvSpPr txBox="1">
            <a:spLocks noGrp="1"/>
          </p:cNvSpPr>
          <p:nvPr>
            <p:ph type="title" idx="4294967295"/>
          </p:nvPr>
        </p:nvSpPr>
        <p:spPr>
          <a:xfrm>
            <a:off x="0" y="486600"/>
            <a:ext cx="8915400" cy="8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/>
              <a:t>Data Visual #3: Real Baggage Revenue</a:t>
            </a:r>
            <a:endParaRPr sz="4000"/>
          </a:p>
        </p:txBody>
      </p:sp>
      <p:pic>
        <p:nvPicPr>
          <p:cNvPr id="1072" name="Google Shape;1072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4625" y="1318800"/>
            <a:ext cx="6121426" cy="3625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69"/>
          <p:cNvSpPr/>
          <p:nvPr/>
        </p:nvSpPr>
        <p:spPr>
          <a:xfrm>
            <a:off x="2380538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3F1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78" name="Google Shape;1078;p69"/>
          <p:cNvSpPr/>
          <p:nvPr/>
        </p:nvSpPr>
        <p:spPr>
          <a:xfrm>
            <a:off x="3825863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4F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79" name="Google Shape;1079;p69"/>
          <p:cNvSpPr/>
          <p:nvPr/>
        </p:nvSpPr>
        <p:spPr>
          <a:xfrm>
            <a:off x="-298450" y="424108"/>
            <a:ext cx="9598500" cy="4897800"/>
          </a:xfrm>
          <a:prstGeom prst="rect">
            <a:avLst/>
          </a:prstGeom>
          <a:solidFill>
            <a:srgbClr val="ADC0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80" name="Google Shape;1080;p69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81" name="Google Shape;1081;p69"/>
          <p:cNvSpPr txBox="1">
            <a:spLocks noGrp="1"/>
          </p:cNvSpPr>
          <p:nvPr>
            <p:ph type="subTitle" idx="2"/>
          </p:nvPr>
        </p:nvSpPr>
        <p:spPr>
          <a:xfrm>
            <a:off x="12846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Research Focus</a:t>
            </a:r>
            <a:endParaRPr/>
          </a:p>
        </p:txBody>
      </p:sp>
      <p:sp>
        <p:nvSpPr>
          <p:cNvPr id="1082" name="Google Shape;1082;p69"/>
          <p:cNvSpPr txBox="1">
            <a:spLocks noGrp="1"/>
          </p:cNvSpPr>
          <p:nvPr>
            <p:ph type="subTitle" idx="2"/>
          </p:nvPr>
        </p:nvSpPr>
        <p:spPr>
          <a:xfrm>
            <a:off x="2752938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Data E-T-L</a:t>
            </a:r>
            <a:endParaRPr/>
          </a:p>
        </p:txBody>
      </p:sp>
      <p:sp>
        <p:nvSpPr>
          <p:cNvPr id="1083" name="Google Shape;1083;p69"/>
          <p:cNvSpPr/>
          <p:nvPr/>
        </p:nvSpPr>
        <p:spPr>
          <a:xfrm>
            <a:off x="5288126" y="1265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ADC0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84" name="Google Shape;1084;p69"/>
          <p:cNvSpPr txBox="1">
            <a:spLocks noGrp="1"/>
          </p:cNvSpPr>
          <p:nvPr>
            <p:ph type="subTitle" idx="2"/>
          </p:nvPr>
        </p:nvSpPr>
        <p:spPr>
          <a:xfrm>
            <a:off x="419826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1085" name="Google Shape;1085;p69"/>
          <p:cNvSpPr txBox="1">
            <a:spLocks noGrp="1"/>
          </p:cNvSpPr>
          <p:nvPr>
            <p:ph type="subTitle" idx="2"/>
          </p:nvPr>
        </p:nvSpPr>
        <p:spPr>
          <a:xfrm>
            <a:off x="56605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Key Insights</a:t>
            </a:r>
            <a:endParaRPr/>
          </a:p>
        </p:txBody>
      </p:sp>
      <p:cxnSp>
        <p:nvCxnSpPr>
          <p:cNvPr id="1086" name="Google Shape;1086;p69"/>
          <p:cNvCxnSpPr/>
          <p:nvPr/>
        </p:nvCxnSpPr>
        <p:spPr>
          <a:xfrm>
            <a:off x="228600" y="5009308"/>
            <a:ext cx="8686800" cy="23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7" name="Google Shape;1087;p69"/>
          <p:cNvSpPr txBox="1">
            <a:spLocks noGrp="1"/>
          </p:cNvSpPr>
          <p:nvPr>
            <p:ph type="title" idx="4294967295"/>
          </p:nvPr>
        </p:nvSpPr>
        <p:spPr>
          <a:xfrm>
            <a:off x="0" y="493124"/>
            <a:ext cx="8915400" cy="8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/>
              <a:t>Data Visual #4: YoY Volume and Airfare</a:t>
            </a:r>
            <a:endParaRPr sz="4000"/>
          </a:p>
        </p:txBody>
      </p:sp>
      <p:pic>
        <p:nvPicPr>
          <p:cNvPr id="1088" name="Google Shape;108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1732" y="1189075"/>
            <a:ext cx="6228651" cy="3704374"/>
          </a:xfrm>
          <a:prstGeom prst="rect">
            <a:avLst/>
          </a:prstGeom>
          <a:solidFill>
            <a:srgbClr val="ADC0D2"/>
          </a:solidFill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70"/>
          <p:cNvSpPr/>
          <p:nvPr/>
        </p:nvSpPr>
        <p:spPr>
          <a:xfrm>
            <a:off x="-298450" y="486600"/>
            <a:ext cx="9598500" cy="4897800"/>
          </a:xfrm>
          <a:prstGeom prst="rect">
            <a:avLst/>
          </a:prstGeom>
          <a:solidFill>
            <a:srgbClr val="ADC0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94" name="Google Shape;1094;p70"/>
          <p:cNvSpPr/>
          <p:nvPr/>
        </p:nvSpPr>
        <p:spPr>
          <a:xfrm>
            <a:off x="2380538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3F1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95" name="Google Shape;1095;p70"/>
          <p:cNvSpPr/>
          <p:nvPr/>
        </p:nvSpPr>
        <p:spPr>
          <a:xfrm>
            <a:off x="3825863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4F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96" name="Google Shape;1096;p70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97" name="Google Shape;1097;p70"/>
          <p:cNvSpPr/>
          <p:nvPr/>
        </p:nvSpPr>
        <p:spPr>
          <a:xfrm>
            <a:off x="5288126" y="1265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ADC0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98" name="Google Shape;1098;p70"/>
          <p:cNvSpPr txBox="1">
            <a:spLocks noGrp="1"/>
          </p:cNvSpPr>
          <p:nvPr>
            <p:ph type="subTitle" idx="2"/>
          </p:nvPr>
        </p:nvSpPr>
        <p:spPr>
          <a:xfrm>
            <a:off x="12846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Research Focus</a:t>
            </a:r>
            <a:endParaRPr/>
          </a:p>
        </p:txBody>
      </p:sp>
      <p:sp>
        <p:nvSpPr>
          <p:cNvPr id="1099" name="Google Shape;1099;p70"/>
          <p:cNvSpPr txBox="1">
            <a:spLocks noGrp="1"/>
          </p:cNvSpPr>
          <p:nvPr>
            <p:ph type="subTitle" idx="2"/>
          </p:nvPr>
        </p:nvSpPr>
        <p:spPr>
          <a:xfrm>
            <a:off x="2752938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Data E-T-L</a:t>
            </a:r>
            <a:endParaRPr/>
          </a:p>
        </p:txBody>
      </p:sp>
      <p:sp>
        <p:nvSpPr>
          <p:cNvPr id="1100" name="Google Shape;1100;p70"/>
          <p:cNvSpPr txBox="1">
            <a:spLocks noGrp="1"/>
          </p:cNvSpPr>
          <p:nvPr>
            <p:ph type="subTitle" idx="2"/>
          </p:nvPr>
        </p:nvSpPr>
        <p:spPr>
          <a:xfrm>
            <a:off x="419826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1101" name="Google Shape;1101;p70"/>
          <p:cNvSpPr txBox="1">
            <a:spLocks noGrp="1"/>
          </p:cNvSpPr>
          <p:nvPr>
            <p:ph type="subTitle" idx="2"/>
          </p:nvPr>
        </p:nvSpPr>
        <p:spPr>
          <a:xfrm>
            <a:off x="56605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Key Insights</a:t>
            </a:r>
            <a:endParaRPr/>
          </a:p>
        </p:txBody>
      </p:sp>
      <p:cxnSp>
        <p:nvCxnSpPr>
          <p:cNvPr id="1102" name="Google Shape;1102;p70"/>
          <p:cNvCxnSpPr/>
          <p:nvPr/>
        </p:nvCxnSpPr>
        <p:spPr>
          <a:xfrm>
            <a:off x="228600" y="5009308"/>
            <a:ext cx="8686800" cy="23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03" name="Google Shape;1103;p70"/>
          <p:cNvSpPr txBox="1">
            <a:spLocks noGrp="1"/>
          </p:cNvSpPr>
          <p:nvPr>
            <p:ph type="title" idx="4294967295"/>
          </p:nvPr>
        </p:nvSpPr>
        <p:spPr>
          <a:xfrm>
            <a:off x="0" y="486600"/>
            <a:ext cx="7290600" cy="8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/>
              <a:t>Key Takeaways</a:t>
            </a:r>
            <a:endParaRPr sz="4000"/>
          </a:p>
        </p:txBody>
      </p:sp>
      <p:grpSp>
        <p:nvGrpSpPr>
          <p:cNvPr id="1104" name="Google Shape;1104;p70"/>
          <p:cNvGrpSpPr/>
          <p:nvPr/>
        </p:nvGrpSpPr>
        <p:grpSpPr>
          <a:xfrm>
            <a:off x="1808201" y="1697362"/>
            <a:ext cx="5365678" cy="2476266"/>
            <a:chOff x="357446" y="1318824"/>
            <a:chExt cx="2882913" cy="3273752"/>
          </a:xfrm>
        </p:grpSpPr>
        <p:grpSp>
          <p:nvGrpSpPr>
            <p:cNvPr id="1105" name="Google Shape;1105;p70"/>
            <p:cNvGrpSpPr/>
            <p:nvPr/>
          </p:nvGrpSpPr>
          <p:grpSpPr>
            <a:xfrm>
              <a:off x="357446" y="1318824"/>
              <a:ext cx="2856842" cy="3273752"/>
              <a:chOff x="3180450" y="1122375"/>
              <a:chExt cx="2738799" cy="2937418"/>
            </a:xfrm>
          </p:grpSpPr>
          <p:sp>
            <p:nvSpPr>
              <p:cNvPr id="1106" name="Google Shape;1106;p70"/>
              <p:cNvSpPr/>
              <p:nvPr/>
            </p:nvSpPr>
            <p:spPr>
              <a:xfrm>
                <a:off x="3180450" y="1249993"/>
                <a:ext cx="2668800" cy="2809800"/>
              </a:xfrm>
              <a:prstGeom prst="roundRect">
                <a:avLst>
                  <a:gd name="adj" fmla="val 7295"/>
                </a:avLst>
              </a:prstGeom>
              <a:solidFill>
                <a:srgbClr val="E3F1F9"/>
              </a:solidFill>
              <a:ln w="1380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13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1107" name="Google Shape;1107;p70"/>
              <p:cNvSpPr/>
              <p:nvPr/>
            </p:nvSpPr>
            <p:spPr>
              <a:xfrm>
                <a:off x="3250450" y="1122375"/>
                <a:ext cx="2668800" cy="2809800"/>
              </a:xfrm>
              <a:prstGeom prst="roundRect">
                <a:avLst>
                  <a:gd name="adj" fmla="val 7084"/>
                </a:avLst>
              </a:prstGeom>
              <a:solidFill>
                <a:srgbClr val="E4F7BC"/>
              </a:solidFill>
              <a:ln w="1380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13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1108" name="Google Shape;1108;p70"/>
              <p:cNvSpPr/>
              <p:nvPr/>
            </p:nvSpPr>
            <p:spPr>
              <a:xfrm>
                <a:off x="3474738" y="1258338"/>
                <a:ext cx="2416200" cy="366000"/>
              </a:xfrm>
              <a:prstGeom prst="roundRect">
                <a:avLst>
                  <a:gd name="adj" fmla="val 16667"/>
                </a:avLst>
              </a:prstGeom>
              <a:noFill/>
              <a:ln>
                <a:noFill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b="1">
                    <a:latin typeface="Hanken Grotesk"/>
                    <a:ea typeface="Hanken Grotesk"/>
                    <a:cs typeface="Hanken Grotesk"/>
                    <a:sym typeface="Hanken Grotesk"/>
                  </a:rPr>
                  <a:t>Key Takeaways</a:t>
                </a:r>
                <a:endParaRPr sz="1600" b="1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  <p:sp>
          <p:nvSpPr>
            <p:cNvPr id="1109" name="Google Shape;1109;p70"/>
            <p:cNvSpPr txBox="1"/>
            <p:nvPr/>
          </p:nvSpPr>
          <p:spPr>
            <a:xfrm>
              <a:off x="382559" y="1954940"/>
              <a:ext cx="2857800" cy="181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457200" lvl="0" indent="-317500" algn="l" rtl="0">
                <a:lnSpc>
                  <a:spcPct val="15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Oil prices do not drive airfare changes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Passenger demand is the primary pricing influence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Baggage fees provide stable, structural revenue growth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Airfare behavior reflects multi-factor, non-linear dynamics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71"/>
          <p:cNvSpPr/>
          <p:nvPr/>
        </p:nvSpPr>
        <p:spPr>
          <a:xfrm>
            <a:off x="-298450" y="469591"/>
            <a:ext cx="9598500" cy="4897800"/>
          </a:xfrm>
          <a:prstGeom prst="rect">
            <a:avLst/>
          </a:prstGeom>
          <a:solidFill>
            <a:srgbClr val="ADC0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15" name="Google Shape;1115;p71"/>
          <p:cNvSpPr/>
          <p:nvPr/>
        </p:nvSpPr>
        <p:spPr>
          <a:xfrm>
            <a:off x="2380538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3F1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16" name="Google Shape;1116;p71"/>
          <p:cNvSpPr/>
          <p:nvPr/>
        </p:nvSpPr>
        <p:spPr>
          <a:xfrm>
            <a:off x="3825863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4F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17" name="Google Shape;1117;p71"/>
          <p:cNvSpPr/>
          <p:nvPr/>
        </p:nvSpPr>
        <p:spPr>
          <a:xfrm>
            <a:off x="5288126" y="1265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ADC0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18" name="Google Shape;1118;p71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19" name="Google Shape;1119;p71"/>
          <p:cNvSpPr txBox="1">
            <a:spLocks noGrp="1"/>
          </p:cNvSpPr>
          <p:nvPr>
            <p:ph type="subTitle" idx="2"/>
          </p:nvPr>
        </p:nvSpPr>
        <p:spPr>
          <a:xfrm>
            <a:off x="12846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Research Focus</a:t>
            </a:r>
            <a:endParaRPr/>
          </a:p>
        </p:txBody>
      </p:sp>
      <p:sp>
        <p:nvSpPr>
          <p:cNvPr id="1120" name="Google Shape;1120;p71"/>
          <p:cNvSpPr txBox="1">
            <a:spLocks noGrp="1"/>
          </p:cNvSpPr>
          <p:nvPr>
            <p:ph type="subTitle" idx="2"/>
          </p:nvPr>
        </p:nvSpPr>
        <p:spPr>
          <a:xfrm>
            <a:off x="2752938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Data E-T-L</a:t>
            </a:r>
            <a:endParaRPr/>
          </a:p>
        </p:txBody>
      </p:sp>
      <p:sp>
        <p:nvSpPr>
          <p:cNvPr id="1121" name="Google Shape;1121;p71"/>
          <p:cNvSpPr txBox="1">
            <a:spLocks noGrp="1"/>
          </p:cNvSpPr>
          <p:nvPr>
            <p:ph type="subTitle" idx="2"/>
          </p:nvPr>
        </p:nvSpPr>
        <p:spPr>
          <a:xfrm>
            <a:off x="419826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1122" name="Google Shape;1122;p71"/>
          <p:cNvSpPr txBox="1">
            <a:spLocks noGrp="1"/>
          </p:cNvSpPr>
          <p:nvPr>
            <p:ph type="subTitle" idx="2"/>
          </p:nvPr>
        </p:nvSpPr>
        <p:spPr>
          <a:xfrm>
            <a:off x="56605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Key Insights</a:t>
            </a:r>
            <a:endParaRPr/>
          </a:p>
        </p:txBody>
      </p:sp>
      <p:cxnSp>
        <p:nvCxnSpPr>
          <p:cNvPr id="1123" name="Google Shape;1123;p71"/>
          <p:cNvCxnSpPr/>
          <p:nvPr/>
        </p:nvCxnSpPr>
        <p:spPr>
          <a:xfrm>
            <a:off x="228600" y="5009308"/>
            <a:ext cx="8686800" cy="23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4" name="Google Shape;1124;p71"/>
          <p:cNvSpPr txBox="1">
            <a:spLocks noGrp="1"/>
          </p:cNvSpPr>
          <p:nvPr>
            <p:ph type="title" idx="4294967295"/>
          </p:nvPr>
        </p:nvSpPr>
        <p:spPr>
          <a:xfrm>
            <a:off x="0" y="486600"/>
            <a:ext cx="7290600" cy="8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/>
              <a:t>Challenges &amp; Learned Skills</a:t>
            </a:r>
            <a:endParaRPr sz="4000"/>
          </a:p>
        </p:txBody>
      </p:sp>
      <p:grpSp>
        <p:nvGrpSpPr>
          <p:cNvPr id="1125" name="Google Shape;1125;p71"/>
          <p:cNvGrpSpPr/>
          <p:nvPr/>
        </p:nvGrpSpPr>
        <p:grpSpPr>
          <a:xfrm>
            <a:off x="1503688" y="1537724"/>
            <a:ext cx="5918909" cy="2476266"/>
            <a:chOff x="357446" y="1318824"/>
            <a:chExt cx="2882913" cy="3273752"/>
          </a:xfrm>
        </p:grpSpPr>
        <p:grpSp>
          <p:nvGrpSpPr>
            <p:cNvPr id="1126" name="Google Shape;1126;p71"/>
            <p:cNvGrpSpPr/>
            <p:nvPr/>
          </p:nvGrpSpPr>
          <p:grpSpPr>
            <a:xfrm>
              <a:off x="357446" y="1318824"/>
              <a:ext cx="2848370" cy="3273752"/>
              <a:chOff x="3180450" y="1122375"/>
              <a:chExt cx="2730678" cy="2937418"/>
            </a:xfrm>
          </p:grpSpPr>
          <p:sp>
            <p:nvSpPr>
              <p:cNvPr id="1127" name="Google Shape;1127;p71"/>
              <p:cNvSpPr/>
              <p:nvPr/>
            </p:nvSpPr>
            <p:spPr>
              <a:xfrm>
                <a:off x="3180450" y="1249993"/>
                <a:ext cx="2668800" cy="2809800"/>
              </a:xfrm>
              <a:prstGeom prst="roundRect">
                <a:avLst>
                  <a:gd name="adj" fmla="val 7295"/>
                </a:avLst>
              </a:prstGeom>
              <a:solidFill>
                <a:srgbClr val="E3F1F9"/>
              </a:solidFill>
              <a:ln w="1380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13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1128" name="Google Shape;1128;p71"/>
              <p:cNvSpPr/>
              <p:nvPr/>
            </p:nvSpPr>
            <p:spPr>
              <a:xfrm>
                <a:off x="3242328" y="1122375"/>
                <a:ext cx="2668800" cy="2809800"/>
              </a:xfrm>
              <a:prstGeom prst="roundRect">
                <a:avLst>
                  <a:gd name="adj" fmla="val 7084"/>
                </a:avLst>
              </a:prstGeom>
              <a:solidFill>
                <a:srgbClr val="E4F7BC"/>
              </a:solidFill>
              <a:ln w="13800" cap="flat" cmpd="sng">
                <a:solidFill>
                  <a:srgbClr val="24242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13"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1129" name="Google Shape;1129;p71"/>
              <p:cNvSpPr/>
              <p:nvPr/>
            </p:nvSpPr>
            <p:spPr>
              <a:xfrm>
                <a:off x="3474738" y="1258338"/>
                <a:ext cx="2416200" cy="366000"/>
              </a:xfrm>
              <a:prstGeom prst="roundRect">
                <a:avLst>
                  <a:gd name="adj" fmla="val 16667"/>
                </a:avLst>
              </a:prstGeom>
              <a:noFill/>
              <a:ln>
                <a:noFill/>
              </a:ln>
            </p:spPr>
            <p:txBody>
              <a:bodyPr spcFirstLastPara="1" wrap="square" lIns="66175" tIns="66175" rIns="66175" bIns="661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b="1">
                    <a:latin typeface="Hanken Grotesk"/>
                    <a:ea typeface="Hanken Grotesk"/>
                    <a:cs typeface="Hanken Grotesk"/>
                    <a:sym typeface="Hanken Grotesk"/>
                  </a:rPr>
                  <a:t>Lessons Learned</a:t>
                </a:r>
                <a:endParaRPr sz="1600" b="1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  <p:sp>
          <p:nvSpPr>
            <p:cNvPr id="1130" name="Google Shape;1130;p71"/>
            <p:cNvSpPr txBox="1"/>
            <p:nvPr/>
          </p:nvSpPr>
          <p:spPr>
            <a:xfrm>
              <a:off x="382559" y="1878261"/>
              <a:ext cx="2857800" cy="22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457200" lvl="0" indent="-317500" algn="l" rtl="0">
                <a:lnSpc>
                  <a:spcPct val="15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Parsing complex, inconsistent Excel sheets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Building robust API and web-scraping workflows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Performing inflation adjustments and real-dollar conversions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Developing regression and machine-learning models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anken Grotesk"/>
                <a:buChar char="❏"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Merging, validating, and maintaining multi-source datasets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72"/>
          <p:cNvSpPr/>
          <p:nvPr/>
        </p:nvSpPr>
        <p:spPr>
          <a:xfrm>
            <a:off x="3825863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4F7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36" name="Google Shape;1136;p72"/>
          <p:cNvSpPr/>
          <p:nvPr/>
        </p:nvSpPr>
        <p:spPr>
          <a:xfrm>
            <a:off x="5288126" y="1265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ADC0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37" name="Google Shape;1137;p72"/>
          <p:cNvSpPr/>
          <p:nvPr/>
        </p:nvSpPr>
        <p:spPr>
          <a:xfrm>
            <a:off x="2380538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rgbClr val="E3F1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38" name="Google Shape;1138;p72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39" name="Google Shape;1139;p72"/>
          <p:cNvSpPr txBox="1">
            <a:spLocks noGrp="1"/>
          </p:cNvSpPr>
          <p:nvPr>
            <p:ph type="subTitle" idx="2"/>
          </p:nvPr>
        </p:nvSpPr>
        <p:spPr>
          <a:xfrm>
            <a:off x="12846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Research Focus</a:t>
            </a:r>
            <a:endParaRPr/>
          </a:p>
        </p:txBody>
      </p:sp>
      <p:sp>
        <p:nvSpPr>
          <p:cNvPr id="1140" name="Google Shape;1140;p72"/>
          <p:cNvSpPr txBox="1">
            <a:spLocks noGrp="1"/>
          </p:cNvSpPr>
          <p:nvPr>
            <p:ph type="subTitle" idx="2"/>
          </p:nvPr>
        </p:nvSpPr>
        <p:spPr>
          <a:xfrm>
            <a:off x="2752938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Data E-T-L</a:t>
            </a:r>
            <a:endParaRPr/>
          </a:p>
        </p:txBody>
      </p:sp>
      <p:sp>
        <p:nvSpPr>
          <p:cNvPr id="1141" name="Google Shape;1141;p72"/>
          <p:cNvSpPr txBox="1">
            <a:spLocks noGrp="1"/>
          </p:cNvSpPr>
          <p:nvPr>
            <p:ph type="subTitle" idx="2"/>
          </p:nvPr>
        </p:nvSpPr>
        <p:spPr>
          <a:xfrm>
            <a:off x="419826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1142" name="Google Shape;1142;p72"/>
          <p:cNvSpPr/>
          <p:nvPr/>
        </p:nvSpPr>
        <p:spPr>
          <a:xfrm rot="-215">
            <a:off x="-454656" y="483429"/>
            <a:ext cx="9598500" cy="4897800"/>
          </a:xfrm>
          <a:prstGeom prst="rect">
            <a:avLst/>
          </a:prstGeom>
          <a:solidFill>
            <a:srgbClr val="ADC0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43" name="Google Shape;1143;p72"/>
          <p:cNvSpPr txBox="1">
            <a:spLocks noGrp="1"/>
          </p:cNvSpPr>
          <p:nvPr>
            <p:ph type="subTitle" idx="2"/>
          </p:nvPr>
        </p:nvSpPr>
        <p:spPr>
          <a:xfrm>
            <a:off x="5660513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Key Insights</a:t>
            </a:r>
            <a:endParaRPr/>
          </a:p>
        </p:txBody>
      </p:sp>
      <p:grpSp>
        <p:nvGrpSpPr>
          <p:cNvPr id="1144" name="Google Shape;1144;p72"/>
          <p:cNvGrpSpPr/>
          <p:nvPr/>
        </p:nvGrpSpPr>
        <p:grpSpPr>
          <a:xfrm>
            <a:off x="1423203" y="1789215"/>
            <a:ext cx="5593410" cy="1395253"/>
            <a:chOff x="3857685" y="980949"/>
            <a:chExt cx="4375320" cy="1091406"/>
          </a:xfrm>
        </p:grpSpPr>
        <p:grpSp>
          <p:nvGrpSpPr>
            <p:cNvPr id="1145" name="Google Shape;1145;p72"/>
            <p:cNvGrpSpPr/>
            <p:nvPr/>
          </p:nvGrpSpPr>
          <p:grpSpPr>
            <a:xfrm>
              <a:off x="3857685" y="1073955"/>
              <a:ext cx="4310100" cy="998400"/>
              <a:chOff x="2416938" y="2072550"/>
              <a:chExt cx="4310100" cy="998400"/>
            </a:xfrm>
          </p:grpSpPr>
          <p:sp>
            <p:nvSpPr>
              <p:cNvPr id="1146" name="Google Shape;1146;p72"/>
              <p:cNvSpPr/>
              <p:nvPr/>
            </p:nvSpPr>
            <p:spPr>
              <a:xfrm>
                <a:off x="2440638" y="2072550"/>
                <a:ext cx="4286400" cy="998400"/>
              </a:xfrm>
              <a:prstGeom prst="roundRect">
                <a:avLst>
                  <a:gd name="adj" fmla="val 50000"/>
                </a:avLst>
              </a:prstGeom>
              <a:solidFill>
                <a:srgbClr val="132442"/>
              </a:solidFill>
              <a:ln>
                <a:noFill/>
              </a:ln>
            </p:spPr>
            <p:txBody>
              <a:bodyPr spcFirstLastPara="1" wrap="square" lIns="116875" tIns="116875" rIns="467575" bIns="116875" anchor="ctr" anchorCtr="0">
                <a:noAutofit/>
              </a:bodyPr>
              <a:lstStyle/>
              <a:p>
                <a:pPr marL="0" lvl="0" indent="0" algn="r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204">
                  <a:solidFill>
                    <a:srgbClr val="434343"/>
                  </a:solidFill>
                  <a:latin typeface="Georama"/>
                  <a:ea typeface="Georama"/>
                  <a:cs typeface="Georama"/>
                  <a:sym typeface="Georama"/>
                </a:endParaRPr>
              </a:p>
            </p:txBody>
          </p:sp>
          <p:sp>
            <p:nvSpPr>
              <p:cNvPr id="1147" name="Google Shape;1147;p72"/>
              <p:cNvSpPr/>
              <p:nvPr/>
            </p:nvSpPr>
            <p:spPr>
              <a:xfrm>
                <a:off x="2416938" y="2072550"/>
                <a:ext cx="998400" cy="998400"/>
              </a:xfrm>
              <a:prstGeom prst="roundRect">
                <a:avLst>
                  <a:gd name="adj" fmla="val 50000"/>
                </a:avLst>
              </a:prstGeom>
              <a:solidFill>
                <a:srgbClr val="E4F7BC"/>
              </a:solidFill>
              <a:ln>
                <a:noFill/>
              </a:ln>
            </p:spPr>
            <p:txBody>
              <a:bodyPr spcFirstLastPara="1" wrap="square" lIns="116875" tIns="116875" rIns="116875" bIns="116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789"/>
              </a:p>
            </p:txBody>
          </p:sp>
        </p:grpSp>
        <p:grpSp>
          <p:nvGrpSpPr>
            <p:cNvPr id="1148" name="Google Shape;1148;p72"/>
            <p:cNvGrpSpPr/>
            <p:nvPr/>
          </p:nvGrpSpPr>
          <p:grpSpPr>
            <a:xfrm>
              <a:off x="3922905" y="980949"/>
              <a:ext cx="4310100" cy="998400"/>
              <a:chOff x="2782405" y="2079074"/>
              <a:chExt cx="4310100" cy="998400"/>
            </a:xfrm>
          </p:grpSpPr>
          <p:grpSp>
            <p:nvGrpSpPr>
              <p:cNvPr id="1149" name="Google Shape;1149;p72"/>
              <p:cNvGrpSpPr/>
              <p:nvPr/>
            </p:nvGrpSpPr>
            <p:grpSpPr>
              <a:xfrm>
                <a:off x="2782405" y="2079074"/>
                <a:ext cx="4310100" cy="998400"/>
                <a:chOff x="2416938" y="2072550"/>
                <a:chExt cx="4310100" cy="998400"/>
              </a:xfrm>
            </p:grpSpPr>
            <p:sp>
              <p:nvSpPr>
                <p:cNvPr id="1150" name="Google Shape;1150;p72"/>
                <p:cNvSpPr/>
                <p:nvPr/>
              </p:nvSpPr>
              <p:spPr>
                <a:xfrm>
                  <a:off x="2440638" y="2072550"/>
                  <a:ext cx="4286400" cy="9984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E4F7BC"/>
                </a:solidFill>
                <a:ln>
                  <a:noFill/>
                </a:ln>
              </p:spPr>
              <p:txBody>
                <a:bodyPr spcFirstLastPara="1" wrap="square" lIns="116875" tIns="116875" rIns="467575" bIns="116875" anchor="ctr" anchorCtr="0">
                  <a:noAutofit/>
                </a:bodyPr>
                <a:lstStyle/>
                <a:p>
                  <a:pPr marL="0" lvl="0" indent="0" algn="r" rtl="0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204">
                    <a:solidFill>
                      <a:srgbClr val="434343"/>
                    </a:solidFill>
                    <a:latin typeface="Georama"/>
                    <a:ea typeface="Georama"/>
                    <a:cs typeface="Georama"/>
                    <a:sym typeface="Georama"/>
                  </a:endParaRPr>
                </a:p>
              </p:txBody>
            </p:sp>
            <p:sp>
              <p:nvSpPr>
                <p:cNvPr id="1151" name="Google Shape;1151;p72"/>
                <p:cNvSpPr/>
                <p:nvPr/>
              </p:nvSpPr>
              <p:spPr>
                <a:xfrm>
                  <a:off x="2416938" y="2072550"/>
                  <a:ext cx="998400" cy="9984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9899"/>
                </a:solidFill>
                <a:ln>
                  <a:noFill/>
                </a:ln>
              </p:spPr>
              <p:txBody>
                <a:bodyPr spcFirstLastPara="1" wrap="square" lIns="116875" tIns="116875" rIns="116875" bIns="11687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789"/>
                </a:p>
              </p:txBody>
            </p:sp>
            <p:sp>
              <p:nvSpPr>
                <p:cNvPr id="1152" name="Google Shape;1152;p72"/>
                <p:cNvSpPr txBox="1"/>
                <p:nvPr/>
              </p:nvSpPr>
              <p:spPr>
                <a:xfrm>
                  <a:off x="3547750" y="2257800"/>
                  <a:ext cx="3048300" cy="627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16875" tIns="116875" rIns="116875" bIns="116875" anchor="ctr" anchorCtr="0">
                  <a:noAutofit/>
                </a:bodyPr>
                <a:lstStyle/>
                <a:p>
                  <a:pPr marL="0" lvl="0" indent="0" algn="l" rtl="0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6391">
                      <a:solidFill>
                        <a:schemeClr val="dk1"/>
                      </a:solidFill>
                      <a:latin typeface="Neuton"/>
                      <a:ea typeface="Neuton"/>
                      <a:cs typeface="Neuton"/>
                      <a:sym typeface="Neuton"/>
                    </a:rPr>
                    <a:t>Thank You!</a:t>
                  </a:r>
                  <a:endParaRPr sz="6391">
                    <a:solidFill>
                      <a:schemeClr val="dk1"/>
                    </a:solidFill>
                    <a:latin typeface="Neuton"/>
                    <a:ea typeface="Neuton"/>
                    <a:cs typeface="Neuton"/>
                    <a:sym typeface="Neuton"/>
                  </a:endParaRPr>
                </a:p>
              </p:txBody>
            </p:sp>
          </p:grpSp>
          <p:sp>
            <p:nvSpPr>
              <p:cNvPr id="1153" name="Google Shape;1153;p72"/>
              <p:cNvSpPr/>
              <p:nvPr/>
            </p:nvSpPr>
            <p:spPr>
              <a:xfrm>
                <a:off x="2794100" y="2476375"/>
                <a:ext cx="75000" cy="75600"/>
              </a:xfrm>
              <a:prstGeom prst="roundRect">
                <a:avLst>
                  <a:gd name="adj" fmla="val 16667"/>
                </a:avLst>
              </a:prstGeom>
              <a:solidFill>
                <a:srgbClr val="039999"/>
              </a:solidFill>
              <a:ln>
                <a:noFill/>
              </a:ln>
            </p:spPr>
            <p:txBody>
              <a:bodyPr spcFirstLastPara="1" wrap="square" lIns="116875" tIns="116875" rIns="116875" bIns="116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789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sp>
            <p:nvSpPr>
              <p:cNvPr id="1154" name="Google Shape;1154;p72"/>
              <p:cNvSpPr/>
              <p:nvPr/>
            </p:nvSpPr>
            <p:spPr>
              <a:xfrm>
                <a:off x="2794100" y="2588925"/>
                <a:ext cx="75000" cy="75600"/>
              </a:xfrm>
              <a:prstGeom prst="roundRect">
                <a:avLst>
                  <a:gd name="adj" fmla="val 16667"/>
                </a:avLst>
              </a:prstGeom>
              <a:solidFill>
                <a:srgbClr val="039999"/>
              </a:solidFill>
              <a:ln>
                <a:noFill/>
              </a:ln>
            </p:spPr>
            <p:txBody>
              <a:bodyPr spcFirstLastPara="1" wrap="square" lIns="116875" tIns="116875" rIns="116875" bIns="116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789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sp>
            <p:nvSpPr>
              <p:cNvPr id="1155" name="Google Shape;1155;p72"/>
              <p:cNvSpPr/>
              <p:nvPr/>
            </p:nvSpPr>
            <p:spPr>
              <a:xfrm>
                <a:off x="2805975" y="2639250"/>
                <a:ext cx="75000" cy="75600"/>
              </a:xfrm>
              <a:prstGeom prst="roundRect">
                <a:avLst>
                  <a:gd name="adj" fmla="val 16667"/>
                </a:avLst>
              </a:prstGeom>
              <a:solidFill>
                <a:srgbClr val="039999"/>
              </a:solidFill>
              <a:ln>
                <a:noFill/>
              </a:ln>
            </p:spPr>
            <p:txBody>
              <a:bodyPr spcFirstLastPara="1" wrap="square" lIns="116875" tIns="116875" rIns="116875" bIns="116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789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sp>
            <p:nvSpPr>
              <p:cNvPr id="1156" name="Google Shape;1156;p72"/>
              <p:cNvSpPr/>
              <p:nvPr/>
            </p:nvSpPr>
            <p:spPr>
              <a:xfrm>
                <a:off x="2814650" y="2671800"/>
                <a:ext cx="75000" cy="75600"/>
              </a:xfrm>
              <a:prstGeom prst="roundRect">
                <a:avLst>
                  <a:gd name="adj" fmla="val 16667"/>
                </a:avLst>
              </a:prstGeom>
              <a:solidFill>
                <a:srgbClr val="039999"/>
              </a:solidFill>
              <a:ln>
                <a:noFill/>
              </a:ln>
            </p:spPr>
            <p:txBody>
              <a:bodyPr spcFirstLastPara="1" wrap="square" lIns="116875" tIns="116875" rIns="116875" bIns="116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789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sp>
            <p:nvSpPr>
              <p:cNvPr id="1157" name="Google Shape;1157;p72"/>
              <p:cNvSpPr/>
              <p:nvPr/>
            </p:nvSpPr>
            <p:spPr>
              <a:xfrm>
                <a:off x="2824075" y="2701475"/>
                <a:ext cx="75000" cy="75600"/>
              </a:xfrm>
              <a:prstGeom prst="roundRect">
                <a:avLst>
                  <a:gd name="adj" fmla="val 16667"/>
                </a:avLst>
              </a:prstGeom>
              <a:solidFill>
                <a:srgbClr val="039999"/>
              </a:solidFill>
              <a:ln>
                <a:noFill/>
              </a:ln>
            </p:spPr>
            <p:txBody>
              <a:bodyPr spcFirstLastPara="1" wrap="square" lIns="116875" tIns="116875" rIns="116875" bIns="116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789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sp>
            <p:nvSpPr>
              <p:cNvPr id="1158" name="Google Shape;1158;p72"/>
              <p:cNvSpPr/>
              <p:nvPr/>
            </p:nvSpPr>
            <p:spPr>
              <a:xfrm rot="-1803488">
                <a:off x="2839039" y="2747789"/>
                <a:ext cx="74868" cy="75538"/>
              </a:xfrm>
              <a:prstGeom prst="roundRect">
                <a:avLst>
                  <a:gd name="adj" fmla="val 16667"/>
                </a:avLst>
              </a:prstGeom>
              <a:solidFill>
                <a:srgbClr val="039999"/>
              </a:solidFill>
              <a:ln>
                <a:noFill/>
              </a:ln>
            </p:spPr>
            <p:txBody>
              <a:bodyPr spcFirstLastPara="1" wrap="square" lIns="116875" tIns="116875" rIns="116875" bIns="116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789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sp>
            <p:nvSpPr>
              <p:cNvPr id="1159" name="Google Shape;1159;p72"/>
              <p:cNvSpPr/>
              <p:nvPr/>
            </p:nvSpPr>
            <p:spPr>
              <a:xfrm rot="-1803488">
                <a:off x="2859449" y="2781404"/>
                <a:ext cx="74868" cy="75538"/>
              </a:xfrm>
              <a:prstGeom prst="roundRect">
                <a:avLst>
                  <a:gd name="adj" fmla="val 16667"/>
                </a:avLst>
              </a:prstGeom>
              <a:solidFill>
                <a:srgbClr val="039999"/>
              </a:solidFill>
              <a:ln>
                <a:noFill/>
              </a:ln>
            </p:spPr>
            <p:txBody>
              <a:bodyPr spcFirstLastPara="1" wrap="square" lIns="116875" tIns="116875" rIns="116875" bIns="116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789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sp>
            <p:nvSpPr>
              <p:cNvPr id="1160" name="Google Shape;1160;p72"/>
              <p:cNvSpPr/>
              <p:nvPr/>
            </p:nvSpPr>
            <p:spPr>
              <a:xfrm rot="-2709739">
                <a:off x="2889705" y="2821591"/>
                <a:ext cx="74883" cy="75519"/>
              </a:xfrm>
              <a:prstGeom prst="roundRect">
                <a:avLst>
                  <a:gd name="adj" fmla="val 16667"/>
                </a:avLst>
              </a:prstGeom>
              <a:solidFill>
                <a:srgbClr val="039999"/>
              </a:solidFill>
              <a:ln>
                <a:noFill/>
              </a:ln>
            </p:spPr>
            <p:txBody>
              <a:bodyPr spcFirstLastPara="1" wrap="square" lIns="116875" tIns="116875" rIns="116875" bIns="116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789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sp>
            <p:nvSpPr>
              <p:cNvPr id="1161" name="Google Shape;1161;p72"/>
              <p:cNvSpPr/>
              <p:nvPr/>
            </p:nvSpPr>
            <p:spPr>
              <a:xfrm rot="-2709739">
                <a:off x="2904205" y="2845316"/>
                <a:ext cx="74883" cy="75519"/>
              </a:xfrm>
              <a:prstGeom prst="roundRect">
                <a:avLst>
                  <a:gd name="adj" fmla="val 16667"/>
                </a:avLst>
              </a:prstGeom>
              <a:solidFill>
                <a:srgbClr val="039999"/>
              </a:solidFill>
              <a:ln>
                <a:noFill/>
              </a:ln>
            </p:spPr>
            <p:txBody>
              <a:bodyPr spcFirstLastPara="1" wrap="square" lIns="116875" tIns="116875" rIns="116875" bIns="116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789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sp>
            <p:nvSpPr>
              <p:cNvPr id="1162" name="Google Shape;1162;p72"/>
              <p:cNvSpPr/>
              <p:nvPr/>
            </p:nvSpPr>
            <p:spPr>
              <a:xfrm rot="-2709739">
                <a:off x="2936830" y="2877841"/>
                <a:ext cx="74883" cy="75519"/>
              </a:xfrm>
              <a:prstGeom prst="roundRect">
                <a:avLst>
                  <a:gd name="adj" fmla="val 16667"/>
                </a:avLst>
              </a:prstGeom>
              <a:solidFill>
                <a:srgbClr val="039999"/>
              </a:solidFill>
              <a:ln>
                <a:noFill/>
              </a:ln>
            </p:spPr>
            <p:txBody>
              <a:bodyPr spcFirstLastPara="1" wrap="square" lIns="116875" tIns="116875" rIns="116875" bIns="116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789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sp>
            <p:nvSpPr>
              <p:cNvPr id="1163" name="Google Shape;1163;p72"/>
              <p:cNvSpPr/>
              <p:nvPr/>
            </p:nvSpPr>
            <p:spPr>
              <a:xfrm rot="-2709739">
                <a:off x="2964930" y="2902666"/>
                <a:ext cx="74883" cy="75519"/>
              </a:xfrm>
              <a:prstGeom prst="roundRect">
                <a:avLst>
                  <a:gd name="adj" fmla="val 16667"/>
                </a:avLst>
              </a:prstGeom>
              <a:solidFill>
                <a:srgbClr val="039999"/>
              </a:solidFill>
              <a:ln>
                <a:noFill/>
              </a:ln>
            </p:spPr>
            <p:txBody>
              <a:bodyPr spcFirstLastPara="1" wrap="square" lIns="116875" tIns="116875" rIns="116875" bIns="116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789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sp>
            <p:nvSpPr>
              <p:cNvPr id="1164" name="Google Shape;1164;p72"/>
              <p:cNvSpPr/>
              <p:nvPr/>
            </p:nvSpPr>
            <p:spPr>
              <a:xfrm rot="-3615307">
                <a:off x="3005053" y="2932930"/>
                <a:ext cx="74979" cy="75538"/>
              </a:xfrm>
              <a:prstGeom prst="roundRect">
                <a:avLst>
                  <a:gd name="adj" fmla="val 16667"/>
                </a:avLst>
              </a:prstGeom>
              <a:solidFill>
                <a:srgbClr val="039999"/>
              </a:solidFill>
              <a:ln>
                <a:noFill/>
              </a:ln>
            </p:spPr>
            <p:txBody>
              <a:bodyPr spcFirstLastPara="1" wrap="square" lIns="116875" tIns="116875" rIns="116875" bIns="116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789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sp>
            <p:nvSpPr>
              <p:cNvPr id="1165" name="Google Shape;1165;p72"/>
              <p:cNvSpPr/>
              <p:nvPr/>
            </p:nvSpPr>
            <p:spPr>
              <a:xfrm rot="-3941323">
                <a:off x="3054030" y="2958731"/>
                <a:ext cx="75056" cy="75453"/>
              </a:xfrm>
              <a:prstGeom prst="roundRect">
                <a:avLst>
                  <a:gd name="adj" fmla="val 16667"/>
                </a:avLst>
              </a:prstGeom>
              <a:solidFill>
                <a:srgbClr val="039999"/>
              </a:solidFill>
              <a:ln>
                <a:noFill/>
              </a:ln>
            </p:spPr>
            <p:txBody>
              <a:bodyPr spcFirstLastPara="1" wrap="square" lIns="116875" tIns="116875" rIns="116875" bIns="116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789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sp>
            <p:nvSpPr>
              <p:cNvPr id="1166" name="Google Shape;1166;p72"/>
              <p:cNvSpPr/>
              <p:nvPr/>
            </p:nvSpPr>
            <p:spPr>
              <a:xfrm>
                <a:off x="2799050" y="2614850"/>
                <a:ext cx="75000" cy="75600"/>
              </a:xfrm>
              <a:prstGeom prst="roundRect">
                <a:avLst>
                  <a:gd name="adj" fmla="val 16667"/>
                </a:avLst>
              </a:prstGeom>
              <a:solidFill>
                <a:srgbClr val="039999"/>
              </a:solidFill>
              <a:ln>
                <a:noFill/>
              </a:ln>
            </p:spPr>
            <p:txBody>
              <a:bodyPr spcFirstLastPara="1" wrap="square" lIns="116875" tIns="116875" rIns="116875" bIns="116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789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sp>
            <p:nvSpPr>
              <p:cNvPr id="1167" name="Google Shape;1167;p72"/>
              <p:cNvSpPr/>
              <p:nvPr/>
            </p:nvSpPr>
            <p:spPr>
              <a:xfrm>
                <a:off x="2799050" y="2451575"/>
                <a:ext cx="75000" cy="75600"/>
              </a:xfrm>
              <a:prstGeom prst="roundRect">
                <a:avLst>
                  <a:gd name="adj" fmla="val 16667"/>
                </a:avLst>
              </a:prstGeom>
              <a:solidFill>
                <a:srgbClr val="039999"/>
              </a:solidFill>
              <a:ln>
                <a:noFill/>
              </a:ln>
            </p:spPr>
            <p:txBody>
              <a:bodyPr spcFirstLastPara="1" wrap="square" lIns="116875" tIns="116875" rIns="116875" bIns="116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789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sp>
            <p:nvSpPr>
              <p:cNvPr id="1168" name="Google Shape;1168;p72"/>
              <p:cNvSpPr/>
              <p:nvPr/>
            </p:nvSpPr>
            <p:spPr>
              <a:xfrm rot="905644">
                <a:off x="2807144" y="2401801"/>
                <a:ext cx="74884" cy="75463"/>
              </a:xfrm>
              <a:prstGeom prst="roundRect">
                <a:avLst>
                  <a:gd name="adj" fmla="val 16667"/>
                </a:avLst>
              </a:prstGeom>
              <a:solidFill>
                <a:srgbClr val="039999"/>
              </a:solidFill>
              <a:ln>
                <a:noFill/>
              </a:ln>
            </p:spPr>
            <p:txBody>
              <a:bodyPr spcFirstLastPara="1" wrap="square" lIns="116875" tIns="116875" rIns="116875" bIns="116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789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sp>
            <p:nvSpPr>
              <p:cNvPr id="1169" name="Google Shape;1169;p72"/>
              <p:cNvSpPr/>
              <p:nvPr/>
            </p:nvSpPr>
            <p:spPr>
              <a:xfrm rot="1803488">
                <a:off x="2832434" y="2340780"/>
                <a:ext cx="74868" cy="75538"/>
              </a:xfrm>
              <a:prstGeom prst="roundRect">
                <a:avLst>
                  <a:gd name="adj" fmla="val 16667"/>
                </a:avLst>
              </a:prstGeom>
              <a:solidFill>
                <a:srgbClr val="039999"/>
              </a:solidFill>
              <a:ln>
                <a:noFill/>
              </a:ln>
            </p:spPr>
            <p:txBody>
              <a:bodyPr spcFirstLastPara="1" wrap="square" lIns="116875" tIns="116875" rIns="116875" bIns="116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789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sp>
            <p:nvSpPr>
              <p:cNvPr id="1170" name="Google Shape;1170;p72"/>
              <p:cNvSpPr/>
              <p:nvPr/>
            </p:nvSpPr>
            <p:spPr>
              <a:xfrm rot="1815386">
                <a:off x="2866614" y="2276618"/>
                <a:ext cx="37510" cy="75538"/>
              </a:xfrm>
              <a:prstGeom prst="roundRect">
                <a:avLst>
                  <a:gd name="adj" fmla="val 16667"/>
                </a:avLst>
              </a:prstGeom>
              <a:solidFill>
                <a:srgbClr val="039999"/>
              </a:solidFill>
              <a:ln>
                <a:noFill/>
              </a:ln>
            </p:spPr>
            <p:txBody>
              <a:bodyPr spcFirstLastPara="1" wrap="square" lIns="116875" tIns="116875" rIns="116875" bIns="1168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789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</p:grpSp>
      <p:pic>
        <p:nvPicPr>
          <p:cNvPr id="1171" name="Google Shape;1171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1258" y="1728173"/>
            <a:ext cx="1395250" cy="139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TRATEGIC PITCH PRESENTATION">
  <a:themeElements>
    <a:clrScheme name="Simple Light">
      <a:dk1>
        <a:srgbClr val="000000"/>
      </a:dk1>
      <a:lt1>
        <a:srgbClr val="FAFAFA"/>
      </a:lt1>
      <a:dk2>
        <a:srgbClr val="CCCCCC"/>
      </a:dk2>
      <a:lt2>
        <a:srgbClr val="F3F3F3"/>
      </a:lt2>
      <a:accent1>
        <a:srgbClr val="FBE2C4"/>
      </a:accent1>
      <a:accent2>
        <a:srgbClr val="FFCCE4"/>
      </a:accent2>
      <a:accent3>
        <a:srgbClr val="C0E9FF"/>
      </a:accent3>
      <a:accent4>
        <a:srgbClr val="D2FD78"/>
      </a:accent4>
      <a:accent5>
        <a:srgbClr val="FAEA32"/>
      </a:accent5>
      <a:accent6>
        <a:srgbClr val="CBB2FE"/>
      </a:accent6>
      <a:hlink>
        <a:srgbClr val="C0E9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877</Words>
  <Application>Microsoft Macintosh PowerPoint</Application>
  <PresentationFormat>On-screen Show (16:9)</PresentationFormat>
  <Paragraphs>243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Georama</vt:lpstr>
      <vt:lpstr>Hanken Grotesk</vt:lpstr>
      <vt:lpstr>Hanken Grotesk Medium</vt:lpstr>
      <vt:lpstr>Roboto</vt:lpstr>
      <vt:lpstr>Albert Sans</vt:lpstr>
      <vt:lpstr>Hanken Grotesk SemiBold</vt:lpstr>
      <vt:lpstr>Arial</vt:lpstr>
      <vt:lpstr>Neuton Light</vt:lpstr>
      <vt:lpstr>Hanken Grotesk Light</vt:lpstr>
      <vt:lpstr>Neuton</vt:lpstr>
      <vt:lpstr>STRATEGIC PITCH PRESENTATION</vt:lpstr>
      <vt:lpstr>Fuel, Fees, and Fares: What Actually Drives Airline Pricing?</vt:lpstr>
      <vt:lpstr>PowerPoint Presentation</vt:lpstr>
      <vt:lpstr>Research Question</vt:lpstr>
      <vt:lpstr>Why This Topic?</vt:lpstr>
      <vt:lpstr>PowerPoint Presentation</vt:lpstr>
      <vt:lpstr>Data Sources</vt:lpstr>
      <vt:lpstr>Collection &amp; Integration</vt:lpstr>
      <vt:lpstr>Collection &amp; Integration</vt:lpstr>
      <vt:lpstr>Airfare Dataset Cleaning</vt:lpstr>
      <vt:lpstr>Baggage Dataset Cleaning</vt:lpstr>
      <vt:lpstr>Final Dataset Structure</vt:lpstr>
      <vt:lpstr>PowerPoint Presentation</vt:lpstr>
      <vt:lpstr>Oil Prices vs Airfares</vt:lpstr>
      <vt:lpstr>Oil Prices vs Baggage Fees</vt:lpstr>
      <vt:lpstr>Oil Prices vs Baggage Fees</vt:lpstr>
      <vt:lpstr>Airfare Across Seasons</vt:lpstr>
      <vt:lpstr>Random Forest Model</vt:lpstr>
      <vt:lpstr>Baggage Revenue Trends</vt:lpstr>
      <vt:lpstr>PowerPoint Presentation</vt:lpstr>
      <vt:lpstr>Data Visual #1: Oil vs Airfare</vt:lpstr>
      <vt:lpstr>Data Visual #2: Oil vs Baggage Fees</vt:lpstr>
      <vt:lpstr>Data Visual #3: Real Baggage Revenue</vt:lpstr>
      <vt:lpstr>Data Visual #4: YoY Volume and Airfare</vt:lpstr>
      <vt:lpstr>Key Takeaways</vt:lpstr>
      <vt:lpstr>Challenges &amp; Learned Skills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O'Connell, Jackson T</cp:lastModifiedBy>
  <cp:revision>1</cp:revision>
  <dcterms:modified xsi:type="dcterms:W3CDTF">2025-11-25T04:50:01Z</dcterms:modified>
</cp:coreProperties>
</file>